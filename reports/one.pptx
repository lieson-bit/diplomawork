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2494638" y="2582664"/>
            <a:ext cx="893862" cy="1208067"/>
            <a:chOff x="367604" y="2135524"/>
            <a:chExt cx="893862" cy="1208067"/>
          </a:xfrm>
        </p:grpSpPr>
        <p:sp>
          <p:nvSpPr>
            <p:cNvPr id="2" name="Rounded Rectangle 1"/>
            <p:cNvSpPr/>
            <p:nvPr/>
          </p:nvSpPr>
          <p:spPr>
            <a:xfrm>
              <a:off x="367604" y="2179636"/>
              <a:ext cx="889218" cy="1163955"/>
            </a:xfrm>
            <a:custGeom>
              <a:avLst/>
              <a:gdLst/>
              <a:ahLst/>
              <a:cxnLst/>
              <a:rect l="0" t="0" r="0" b="0"/>
              <a:pathLst>
                <a:path w="889218" h="1163955">
                  <a:moveTo>
                    <a:pt x="888908" y="154"/>
                  </a:moveTo>
                  <a:cubicBezTo>
                    <a:pt x="638163" y="69574"/>
                    <a:pt x="416438" y="218241"/>
                    <a:pt x="256859" y="424178"/>
                  </a:cubicBezTo>
                  <a:cubicBezTo>
                    <a:pt x="92868" y="635763"/>
                    <a:pt x="3869" y="895951"/>
                    <a:pt x="3869" y="1163645"/>
                  </a:cubicBezTo>
                  <a:moveTo>
                    <a:pt x="3869" y="1163955"/>
                  </a:moveTo>
                  <a:cubicBezTo>
                    <a:pt x="0" y="1036260"/>
                    <a:pt x="30956" y="913209"/>
                    <a:pt x="62686" y="791706"/>
                  </a:cubicBezTo>
                  <a:cubicBezTo>
                    <a:pt x="97512" y="657046"/>
                    <a:pt x="171033" y="535543"/>
                    <a:pt x="256936" y="424100"/>
                  </a:cubicBezTo>
                  <a:cubicBezTo>
                    <a:pt x="334327" y="323492"/>
                    <a:pt x="429517" y="241458"/>
                    <a:pt x="530125" y="167163"/>
                  </a:cubicBezTo>
                  <a:cubicBezTo>
                    <a:pt x="636150" y="88225"/>
                    <a:pt x="760749" y="36373"/>
                    <a:pt x="889218" y="0"/>
                  </a:cubicBezTo>
                  <a:moveTo>
                    <a:pt x="889218" y="0"/>
                  </a:moveTo>
                  <a:cubicBezTo>
                    <a:pt x="829627" y="40243"/>
                    <a:pt x="751462" y="41017"/>
                    <a:pt x="689550" y="75068"/>
                  </a:cubicBezTo>
                  <a:cubicBezTo>
                    <a:pt x="638472" y="102929"/>
                    <a:pt x="592038" y="140077"/>
                    <a:pt x="538638" y="160972"/>
                  </a:cubicBezTo>
                  <a:cubicBezTo>
                    <a:pt x="472856" y="187285"/>
                    <a:pt x="421778" y="241458"/>
                    <a:pt x="373796" y="293310"/>
                  </a:cubicBezTo>
                  <a:cubicBezTo>
                    <a:pt x="335101" y="336649"/>
                    <a:pt x="275510" y="368379"/>
                    <a:pt x="256936" y="424100"/>
                  </a:cubicBezTo>
                  <a:cubicBezTo>
                    <a:pt x="236815" y="483691"/>
                    <a:pt x="165615" y="520064"/>
                    <a:pt x="154007" y="581203"/>
                  </a:cubicBezTo>
                  <a:cubicBezTo>
                    <a:pt x="140077" y="651629"/>
                    <a:pt x="71199" y="705802"/>
                    <a:pt x="67329" y="777775"/>
                  </a:cubicBezTo>
                  <a:cubicBezTo>
                    <a:pt x="64234" y="842010"/>
                    <a:pt x="28634" y="900826"/>
                    <a:pt x="20121" y="965061"/>
                  </a:cubicBezTo>
                  <a:cubicBezTo>
                    <a:pt x="11608" y="1030843"/>
                    <a:pt x="13930" y="1097399"/>
                    <a:pt x="3869" y="1163955"/>
                  </a:cubicBezTo>
                </a:path>
              </a:pathLst>
            </a:custGeom>
            <a:noFill/>
            <a:ln w="2321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171693" y="2135524"/>
              <a:ext cx="89773" cy="134659"/>
            </a:xfrm>
            <a:custGeom>
              <a:avLst/>
              <a:gdLst/>
              <a:ahLst/>
              <a:cxnLst/>
              <a:rect l="0" t="0" r="0" b="0"/>
              <a:pathLst>
                <a:path w="89773" h="134659">
                  <a:moveTo>
                    <a:pt x="45660" y="134659"/>
                  </a:moveTo>
                  <a:lnTo>
                    <a:pt x="89773" y="44112"/>
                  </a:lnTo>
                  <a:lnTo>
                    <a:pt x="0" y="0"/>
                  </a:lnTo>
                  <a:moveTo>
                    <a:pt x="0" y="0"/>
                  </a:moveTo>
                  <a:cubicBezTo>
                    <a:pt x="30182" y="13930"/>
                    <a:pt x="58816" y="31730"/>
                    <a:pt x="89773" y="44112"/>
                  </a:cubicBezTo>
                  <a:cubicBezTo>
                    <a:pt x="82034" y="76616"/>
                    <a:pt x="56495" y="102929"/>
                    <a:pt x="45660" y="134659"/>
                  </a:cubicBezTo>
                  <a:moveTo>
                    <a:pt x="0" y="0"/>
                  </a:moveTo>
                  <a:cubicBezTo>
                    <a:pt x="32504" y="6191"/>
                    <a:pt x="56495" y="39469"/>
                    <a:pt x="89773" y="44112"/>
                  </a:cubicBezTo>
                  <a:cubicBezTo>
                    <a:pt x="76616" y="75068"/>
                    <a:pt x="65008" y="106799"/>
                    <a:pt x="45660" y="134659"/>
                  </a:cubicBezTo>
                </a:path>
              </a:pathLst>
            </a:custGeom>
            <a:noFill/>
            <a:ln w="2321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678884" y="3806667"/>
            <a:ext cx="970478" cy="1153119"/>
            <a:chOff x="3551850" y="3359527"/>
            <a:chExt cx="970478" cy="1153119"/>
          </a:xfrm>
        </p:grpSpPr>
        <p:sp>
          <p:nvSpPr>
            <p:cNvPr id="5" name="Rounded Rectangle 4"/>
            <p:cNvSpPr/>
            <p:nvPr/>
          </p:nvSpPr>
          <p:spPr>
            <a:xfrm>
              <a:off x="3551850" y="3364789"/>
              <a:ext cx="905625" cy="1147857"/>
            </a:xfrm>
            <a:custGeom>
              <a:avLst/>
              <a:gdLst/>
              <a:ahLst/>
              <a:cxnLst/>
              <a:rect l="0" t="0" r="0" b="0"/>
              <a:pathLst>
                <a:path w="905625" h="1147857">
                  <a:moveTo>
                    <a:pt x="905625" y="0"/>
                  </a:moveTo>
                  <a:cubicBezTo>
                    <a:pt x="900981" y="260109"/>
                    <a:pt x="812446" y="512016"/>
                    <a:pt x="652867" y="717952"/>
                  </a:cubicBezTo>
                  <a:cubicBezTo>
                    <a:pt x="488876" y="929538"/>
                    <a:pt x="259258" y="1080682"/>
                    <a:pt x="0" y="1147548"/>
                  </a:cubicBezTo>
                  <a:moveTo>
                    <a:pt x="905470" y="154"/>
                  </a:moveTo>
                  <a:cubicBezTo>
                    <a:pt x="905470" y="82962"/>
                    <a:pt x="891540" y="164996"/>
                    <a:pt x="876061" y="245483"/>
                  </a:cubicBezTo>
                  <a:cubicBezTo>
                    <a:pt x="860583" y="323647"/>
                    <a:pt x="827305" y="396394"/>
                    <a:pt x="800992" y="471463"/>
                  </a:cubicBezTo>
                  <a:cubicBezTo>
                    <a:pt x="768488" y="561236"/>
                    <a:pt x="711219" y="640175"/>
                    <a:pt x="653176" y="718339"/>
                  </a:cubicBezTo>
                  <a:cubicBezTo>
                    <a:pt x="568821" y="829782"/>
                    <a:pt x="462795" y="921103"/>
                    <a:pt x="347483" y="996946"/>
                  </a:cubicBezTo>
                  <a:cubicBezTo>
                    <a:pt x="242232" y="1065823"/>
                    <a:pt x="125372" y="1121544"/>
                    <a:pt x="0" y="1147857"/>
                  </a:cubicBezTo>
                  <a:moveTo>
                    <a:pt x="0" y="1147857"/>
                  </a:moveTo>
                  <a:cubicBezTo>
                    <a:pt x="50303" y="1134701"/>
                    <a:pt x="109894" y="1134701"/>
                    <a:pt x="147042" y="1099101"/>
                  </a:cubicBezTo>
                  <a:cubicBezTo>
                    <a:pt x="184963" y="1062728"/>
                    <a:pt x="253067" y="1070467"/>
                    <a:pt x="287893" y="1031771"/>
                  </a:cubicBezTo>
                  <a:cubicBezTo>
                    <a:pt x="326588" y="989206"/>
                    <a:pt x="386179" y="972954"/>
                    <a:pt x="431065" y="938129"/>
                  </a:cubicBezTo>
                  <a:cubicBezTo>
                    <a:pt x="472082" y="906399"/>
                    <a:pt x="517743" y="878538"/>
                    <a:pt x="547925" y="836747"/>
                  </a:cubicBezTo>
                  <a:cubicBezTo>
                    <a:pt x="578881" y="794182"/>
                    <a:pt x="614481" y="754713"/>
                    <a:pt x="653176" y="718339"/>
                  </a:cubicBezTo>
                  <a:cubicBezTo>
                    <a:pt x="681037" y="692026"/>
                    <a:pt x="691098" y="650236"/>
                    <a:pt x="718958" y="623923"/>
                  </a:cubicBezTo>
                  <a:cubicBezTo>
                    <a:pt x="744497" y="599932"/>
                    <a:pt x="747593" y="557367"/>
                    <a:pt x="772358" y="531054"/>
                  </a:cubicBezTo>
                  <a:cubicBezTo>
                    <a:pt x="794027" y="507837"/>
                    <a:pt x="805636" y="476107"/>
                    <a:pt x="811827" y="445150"/>
                  </a:cubicBezTo>
                  <a:cubicBezTo>
                    <a:pt x="820340" y="407229"/>
                    <a:pt x="845105" y="373951"/>
                    <a:pt x="851296" y="336030"/>
                  </a:cubicBezTo>
                  <a:cubicBezTo>
                    <a:pt x="858262" y="297334"/>
                    <a:pt x="886122" y="261735"/>
                    <a:pt x="880705" y="223039"/>
                  </a:cubicBezTo>
                  <a:cubicBezTo>
                    <a:pt x="876061" y="188987"/>
                    <a:pt x="893087" y="154936"/>
                    <a:pt x="897731" y="120884"/>
                  </a:cubicBezTo>
                  <a:cubicBezTo>
                    <a:pt x="902374" y="81414"/>
                    <a:pt x="900826" y="40397"/>
                    <a:pt x="905470" y="154"/>
                  </a:cubicBezTo>
                </a:path>
              </a:pathLst>
            </a:custGeom>
            <a:noFill/>
            <a:ln w="2321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379930" y="3359527"/>
              <a:ext cx="142398" cy="76616"/>
            </a:xfrm>
            <a:custGeom>
              <a:avLst/>
              <a:gdLst/>
              <a:ahLst/>
              <a:cxnLst/>
              <a:rect l="0" t="0" r="0" b="0"/>
              <a:pathLst>
                <a:path w="142398" h="76616">
                  <a:moveTo>
                    <a:pt x="142398" y="76616"/>
                  </a:moveTo>
                  <a:lnTo>
                    <a:pt x="76616" y="0"/>
                  </a:lnTo>
                  <a:lnTo>
                    <a:pt x="0" y="65782"/>
                  </a:lnTo>
                  <a:moveTo>
                    <a:pt x="0" y="65782"/>
                  </a:moveTo>
                  <a:cubicBezTo>
                    <a:pt x="20895" y="39469"/>
                    <a:pt x="51851" y="23217"/>
                    <a:pt x="76616" y="0"/>
                  </a:cubicBezTo>
                  <a:cubicBezTo>
                    <a:pt x="99059" y="24764"/>
                    <a:pt x="119955" y="51077"/>
                    <a:pt x="142398" y="76616"/>
                  </a:cubicBezTo>
                  <a:moveTo>
                    <a:pt x="0" y="65782"/>
                  </a:moveTo>
                  <a:cubicBezTo>
                    <a:pt x="17025" y="36373"/>
                    <a:pt x="54173" y="25538"/>
                    <a:pt x="76616" y="0"/>
                  </a:cubicBezTo>
                  <a:cubicBezTo>
                    <a:pt x="98286" y="25538"/>
                    <a:pt x="123051" y="48756"/>
                    <a:pt x="142398" y="76616"/>
                  </a:cubicBezTo>
                </a:path>
              </a:pathLst>
            </a:custGeom>
            <a:noFill/>
            <a:ln w="2321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4541621" y="2675990"/>
            <a:ext cx="1950243" cy="1114425"/>
          </a:xfrm>
          <a:custGeom>
            <a:avLst/>
            <a:gdLst/>
            <a:ahLst/>
            <a:cxnLst/>
            <a:rect l="0" t="0" r="0" b="0"/>
            <a:pathLst>
              <a:path w="1950243" h="1114425">
                <a:moveTo>
                  <a:pt x="278660" y="1114425"/>
                </a:moveTo>
                <a:cubicBezTo>
                  <a:pt x="278660" y="1041259"/>
                  <a:pt x="293078" y="968806"/>
                  <a:pt x="321078" y="901213"/>
                </a:cubicBezTo>
                <a:cubicBezTo>
                  <a:pt x="349070" y="833613"/>
                  <a:pt x="390118" y="772195"/>
                  <a:pt x="441854" y="720460"/>
                </a:cubicBezTo>
                <a:cubicBezTo>
                  <a:pt x="493589" y="668724"/>
                  <a:pt x="555006" y="627676"/>
                  <a:pt x="622607" y="599684"/>
                </a:cubicBezTo>
                <a:cubicBezTo>
                  <a:pt x="690200" y="571684"/>
                  <a:pt x="762653" y="557266"/>
                  <a:pt x="835818" y="557266"/>
                </a:cubicBezTo>
                <a:cubicBezTo>
                  <a:pt x="908983" y="557266"/>
                  <a:pt x="981436" y="571684"/>
                  <a:pt x="1049029" y="599684"/>
                </a:cubicBezTo>
                <a:cubicBezTo>
                  <a:pt x="1116630" y="627676"/>
                  <a:pt x="1178047" y="668724"/>
                  <a:pt x="1229783" y="720460"/>
                </a:cubicBezTo>
                <a:cubicBezTo>
                  <a:pt x="1281526" y="772195"/>
                  <a:pt x="1322567" y="833613"/>
                  <a:pt x="1350559" y="901213"/>
                </a:cubicBezTo>
                <a:cubicBezTo>
                  <a:pt x="1378559" y="968806"/>
                  <a:pt x="1392969" y="1041259"/>
                  <a:pt x="1392969" y="1114425"/>
                </a:cubicBezTo>
                <a:lnTo>
                  <a:pt x="1950243" y="1114425"/>
                </a:lnTo>
                <a:cubicBezTo>
                  <a:pt x="1950243" y="968079"/>
                  <a:pt x="1921415" y="823165"/>
                  <a:pt x="1865415" y="687956"/>
                </a:cubicBezTo>
                <a:cubicBezTo>
                  <a:pt x="1809408" y="552747"/>
                  <a:pt x="1727320" y="429889"/>
                  <a:pt x="1623833" y="326410"/>
                </a:cubicBezTo>
                <a:cubicBezTo>
                  <a:pt x="1520354" y="222923"/>
                  <a:pt x="1397496" y="140835"/>
                  <a:pt x="1262295" y="84827"/>
                </a:cubicBezTo>
                <a:cubicBezTo>
                  <a:pt x="1127086" y="28828"/>
                  <a:pt x="982164" y="0"/>
                  <a:pt x="835818" y="0"/>
                </a:cubicBezTo>
                <a:cubicBezTo>
                  <a:pt x="689473" y="0"/>
                  <a:pt x="544559" y="28828"/>
                  <a:pt x="409349" y="84827"/>
                </a:cubicBezTo>
                <a:cubicBezTo>
                  <a:pt x="274140" y="140835"/>
                  <a:pt x="151283" y="222923"/>
                  <a:pt x="47804" y="326410"/>
                </a:cubicBezTo>
                <a:cubicBezTo>
                  <a:pt x="31319" y="342886"/>
                  <a:pt x="15377" y="359866"/>
                  <a:pt x="0" y="377302"/>
                </a:cubicBezTo>
                <a:cubicBezTo>
                  <a:pt x="99160" y="489735"/>
                  <a:pt x="174616" y="621021"/>
                  <a:pt x="221847" y="763303"/>
                </a:cubicBezTo>
                <a:cubicBezTo>
                  <a:pt x="259506" y="876735"/>
                  <a:pt x="278606" y="995297"/>
                  <a:pt x="278606" y="111442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41621" y="2667477"/>
            <a:ext cx="1966495" cy="1135320"/>
          </a:xfrm>
          <a:custGeom>
            <a:avLst/>
            <a:gdLst/>
            <a:ahLst/>
            <a:cxnLst/>
            <a:rect l="0" t="0" r="0" b="0"/>
            <a:pathLst>
              <a:path w="1966495" h="1135320">
                <a:moveTo>
                  <a:pt x="278606" y="1122937"/>
                </a:moveTo>
                <a:cubicBezTo>
                  <a:pt x="278606" y="1003811"/>
                  <a:pt x="259504" y="885250"/>
                  <a:pt x="221846" y="771815"/>
                </a:cubicBezTo>
                <a:cubicBezTo>
                  <a:pt x="174612" y="629534"/>
                  <a:pt x="99156" y="498248"/>
                  <a:pt x="0" y="385814"/>
                </a:cubicBezTo>
                <a:cubicBezTo>
                  <a:pt x="15378" y="368377"/>
                  <a:pt x="31318" y="351402"/>
                  <a:pt x="47801" y="334920"/>
                </a:cubicBezTo>
                <a:cubicBezTo>
                  <a:pt x="151285" y="231436"/>
                  <a:pt x="274138" y="149348"/>
                  <a:pt x="409346" y="93343"/>
                </a:cubicBezTo>
                <a:cubicBezTo>
                  <a:pt x="544555" y="37338"/>
                  <a:pt x="689470" y="8512"/>
                  <a:pt x="835819" y="8512"/>
                </a:cubicBezTo>
                <a:cubicBezTo>
                  <a:pt x="982167" y="8512"/>
                  <a:pt x="1127083" y="37338"/>
                  <a:pt x="1262291" y="93343"/>
                </a:cubicBezTo>
                <a:cubicBezTo>
                  <a:pt x="1397499" y="149349"/>
                  <a:pt x="1520352" y="231436"/>
                  <a:pt x="1623836" y="334921"/>
                </a:cubicBezTo>
                <a:cubicBezTo>
                  <a:pt x="1727320" y="438404"/>
                  <a:pt x="1809408" y="561258"/>
                  <a:pt x="1865413" y="696466"/>
                </a:cubicBezTo>
                <a:cubicBezTo>
                  <a:pt x="1921418" y="831675"/>
                  <a:pt x="1950243" y="976589"/>
                  <a:pt x="1950243" y="1122938"/>
                </a:cubicBezTo>
                <a:lnTo>
                  <a:pt x="1392973" y="1122937"/>
                </a:lnTo>
                <a:cubicBezTo>
                  <a:pt x="1392973" y="1049772"/>
                  <a:pt x="1378562" y="977321"/>
                  <a:pt x="1350563" y="909724"/>
                </a:cubicBezTo>
                <a:cubicBezTo>
                  <a:pt x="1322563" y="842126"/>
                  <a:pt x="1281523" y="780706"/>
                  <a:pt x="1229786" y="728970"/>
                </a:cubicBezTo>
                <a:cubicBezTo>
                  <a:pt x="1178050" y="677233"/>
                  <a:pt x="1116629" y="636193"/>
                  <a:pt x="1049033" y="608194"/>
                </a:cubicBezTo>
                <a:cubicBezTo>
                  <a:pt x="981435" y="580194"/>
                  <a:pt x="908985" y="565783"/>
                  <a:pt x="835818" y="565783"/>
                </a:cubicBezTo>
                <a:cubicBezTo>
                  <a:pt x="762652" y="565783"/>
                  <a:pt x="690202" y="580194"/>
                  <a:pt x="622605" y="608194"/>
                </a:cubicBezTo>
                <a:cubicBezTo>
                  <a:pt x="555007" y="636193"/>
                  <a:pt x="493587" y="677233"/>
                  <a:pt x="441850" y="728970"/>
                </a:cubicBezTo>
                <a:cubicBezTo>
                  <a:pt x="390114" y="780706"/>
                  <a:pt x="349074" y="842126"/>
                  <a:pt x="321075" y="909723"/>
                </a:cubicBezTo>
                <a:cubicBezTo>
                  <a:pt x="293075" y="977321"/>
                  <a:pt x="278664" y="1049771"/>
                  <a:pt x="278664" y="1122937"/>
                </a:cubicBezTo>
                <a:close/>
                <a:moveTo>
                  <a:pt x="278606" y="1122937"/>
                </a:moveTo>
                <a:cubicBezTo>
                  <a:pt x="277058" y="1050190"/>
                  <a:pt x="292536" y="977443"/>
                  <a:pt x="321171" y="909339"/>
                </a:cubicBezTo>
                <a:cubicBezTo>
                  <a:pt x="349031" y="842010"/>
                  <a:pt x="394692" y="785514"/>
                  <a:pt x="441900" y="729019"/>
                </a:cubicBezTo>
                <a:cubicBezTo>
                  <a:pt x="488334" y="672524"/>
                  <a:pt x="554116" y="634603"/>
                  <a:pt x="622220" y="608290"/>
                </a:cubicBezTo>
                <a:cubicBezTo>
                  <a:pt x="691098" y="581977"/>
                  <a:pt x="763071" y="568821"/>
                  <a:pt x="835818" y="565725"/>
                </a:cubicBezTo>
                <a:cubicBezTo>
                  <a:pt x="908565" y="562629"/>
                  <a:pt x="985182" y="572690"/>
                  <a:pt x="1049416" y="608290"/>
                </a:cubicBezTo>
                <a:cubicBezTo>
                  <a:pt x="1112877" y="643890"/>
                  <a:pt x="1179433" y="676394"/>
                  <a:pt x="1229737" y="729019"/>
                </a:cubicBezTo>
                <a:cubicBezTo>
                  <a:pt x="1280040" y="781645"/>
                  <a:pt x="1322605" y="842010"/>
                  <a:pt x="1350466" y="909339"/>
                </a:cubicBezTo>
                <a:cubicBezTo>
                  <a:pt x="1379100" y="977443"/>
                  <a:pt x="1396900" y="1050190"/>
                  <a:pt x="1393031" y="1122937"/>
                </a:cubicBezTo>
                <a:cubicBezTo>
                  <a:pt x="1493639" y="1122937"/>
                  <a:pt x="1595020" y="1132998"/>
                  <a:pt x="1695628" y="1122937"/>
                </a:cubicBezTo>
                <a:cubicBezTo>
                  <a:pt x="1779984" y="1114425"/>
                  <a:pt x="1865114" y="1120616"/>
                  <a:pt x="1950243" y="1122937"/>
                </a:cubicBezTo>
                <a:cubicBezTo>
                  <a:pt x="1947922" y="976669"/>
                  <a:pt x="1931670" y="827305"/>
                  <a:pt x="1865114" y="696515"/>
                </a:cubicBezTo>
                <a:cubicBezTo>
                  <a:pt x="1799332" y="565725"/>
                  <a:pt x="1726584" y="439578"/>
                  <a:pt x="1623655" y="335101"/>
                </a:cubicBezTo>
                <a:cubicBezTo>
                  <a:pt x="1521499" y="230624"/>
                  <a:pt x="1396126" y="153233"/>
                  <a:pt x="1262241" y="93642"/>
                </a:cubicBezTo>
                <a:cubicBezTo>
                  <a:pt x="1129129" y="33277"/>
                  <a:pt x="982087" y="17025"/>
                  <a:pt x="835818" y="8512"/>
                </a:cubicBezTo>
                <a:cubicBezTo>
                  <a:pt x="689550" y="0"/>
                  <a:pt x="541734" y="31730"/>
                  <a:pt x="409396" y="93642"/>
                </a:cubicBezTo>
                <a:cubicBezTo>
                  <a:pt x="277058" y="155555"/>
                  <a:pt x="154781" y="235267"/>
                  <a:pt x="47982" y="335101"/>
                </a:cubicBezTo>
                <a:cubicBezTo>
                  <a:pt x="30956" y="350579"/>
                  <a:pt x="17025" y="369927"/>
                  <a:pt x="0" y="386179"/>
                </a:cubicBezTo>
                <a:cubicBezTo>
                  <a:pt x="100607" y="496847"/>
                  <a:pt x="164842" y="633055"/>
                  <a:pt x="222111" y="771584"/>
                </a:cubicBezTo>
                <a:cubicBezTo>
                  <a:pt x="266997" y="882253"/>
                  <a:pt x="282475" y="1003756"/>
                  <a:pt x="278606" y="1122937"/>
                </a:cubicBezTo>
                <a:moveTo>
                  <a:pt x="278606" y="1122937"/>
                </a:moveTo>
                <a:cubicBezTo>
                  <a:pt x="273962" y="1050190"/>
                  <a:pt x="305692" y="981313"/>
                  <a:pt x="321171" y="909339"/>
                </a:cubicBezTo>
                <a:cubicBezTo>
                  <a:pt x="328136" y="875287"/>
                  <a:pt x="346710" y="842783"/>
                  <a:pt x="369927" y="817245"/>
                </a:cubicBezTo>
                <a:cubicBezTo>
                  <a:pt x="395466" y="789384"/>
                  <a:pt x="410170" y="749915"/>
                  <a:pt x="441900" y="729019"/>
                </a:cubicBezTo>
                <a:cubicBezTo>
                  <a:pt x="502265" y="688002"/>
                  <a:pt x="554890" y="635377"/>
                  <a:pt x="622220" y="608290"/>
                </a:cubicBezTo>
                <a:cubicBezTo>
                  <a:pt x="690324" y="580429"/>
                  <a:pt x="763845" y="576560"/>
                  <a:pt x="835818" y="565725"/>
                </a:cubicBezTo>
                <a:cubicBezTo>
                  <a:pt x="907792" y="554890"/>
                  <a:pt x="980539" y="583525"/>
                  <a:pt x="1049416" y="608290"/>
                </a:cubicBezTo>
                <a:cubicBezTo>
                  <a:pt x="1117520" y="633055"/>
                  <a:pt x="1162407" y="700385"/>
                  <a:pt x="1229737" y="729019"/>
                </a:cubicBezTo>
                <a:cubicBezTo>
                  <a:pt x="1263788" y="742950"/>
                  <a:pt x="1277719" y="783967"/>
                  <a:pt x="1299388" y="813375"/>
                </a:cubicBezTo>
                <a:cubicBezTo>
                  <a:pt x="1321057" y="842783"/>
                  <a:pt x="1334214" y="876835"/>
                  <a:pt x="1350466" y="909339"/>
                </a:cubicBezTo>
                <a:cubicBezTo>
                  <a:pt x="1382970" y="975121"/>
                  <a:pt x="1400770" y="1050190"/>
                  <a:pt x="1393031" y="1122937"/>
                </a:cubicBezTo>
                <a:cubicBezTo>
                  <a:pt x="1448752" y="1135320"/>
                  <a:pt x="1508343" y="1135320"/>
                  <a:pt x="1564064" y="1122937"/>
                </a:cubicBezTo>
                <a:cubicBezTo>
                  <a:pt x="1624429" y="1109781"/>
                  <a:pt x="1687889" y="1112103"/>
                  <a:pt x="1748254" y="1122937"/>
                </a:cubicBezTo>
                <a:cubicBezTo>
                  <a:pt x="1814810" y="1135320"/>
                  <a:pt x="1883687" y="1132224"/>
                  <a:pt x="1950243" y="1122937"/>
                </a:cubicBezTo>
                <a:cubicBezTo>
                  <a:pt x="1956434" y="1051738"/>
                  <a:pt x="1966495" y="971252"/>
                  <a:pt x="1930122" y="910887"/>
                </a:cubicBezTo>
                <a:cubicBezTo>
                  <a:pt x="1891426" y="847427"/>
                  <a:pt x="1896070" y="764619"/>
                  <a:pt x="1865114" y="696515"/>
                </a:cubicBezTo>
                <a:cubicBezTo>
                  <a:pt x="1851183" y="664785"/>
                  <a:pt x="1838027" y="632281"/>
                  <a:pt x="1821001" y="602099"/>
                </a:cubicBezTo>
                <a:cubicBezTo>
                  <a:pt x="1803975" y="571916"/>
                  <a:pt x="1785401" y="543282"/>
                  <a:pt x="1768375" y="513099"/>
                </a:cubicBezTo>
                <a:cubicBezTo>
                  <a:pt x="1752123" y="482917"/>
                  <a:pt x="1729680" y="455056"/>
                  <a:pt x="1707237" y="428744"/>
                </a:cubicBezTo>
                <a:cubicBezTo>
                  <a:pt x="1680924" y="397013"/>
                  <a:pt x="1659254" y="357544"/>
                  <a:pt x="1623655" y="335101"/>
                </a:cubicBezTo>
                <a:cubicBezTo>
                  <a:pt x="1579542" y="307240"/>
                  <a:pt x="1547812" y="264675"/>
                  <a:pt x="1506795" y="232945"/>
                </a:cubicBezTo>
                <a:cubicBezTo>
                  <a:pt x="1468874" y="204311"/>
                  <a:pt x="1427857" y="181094"/>
                  <a:pt x="1387613" y="154781"/>
                </a:cubicBezTo>
                <a:cubicBezTo>
                  <a:pt x="1348918" y="129242"/>
                  <a:pt x="1304805" y="112216"/>
                  <a:pt x="1262241" y="93642"/>
                </a:cubicBezTo>
                <a:cubicBezTo>
                  <a:pt x="1216580" y="73521"/>
                  <a:pt x="1168598" y="61138"/>
                  <a:pt x="1122164" y="45660"/>
                </a:cubicBezTo>
                <a:cubicBezTo>
                  <a:pt x="1075729" y="30182"/>
                  <a:pt x="1026973" y="20121"/>
                  <a:pt x="978217" y="17799"/>
                </a:cubicBezTo>
                <a:cubicBezTo>
                  <a:pt x="931009" y="15478"/>
                  <a:pt x="883027" y="15478"/>
                  <a:pt x="835818" y="8512"/>
                </a:cubicBezTo>
                <a:cubicBezTo>
                  <a:pt x="785514" y="1547"/>
                  <a:pt x="734437" y="24765"/>
                  <a:pt x="684133" y="18573"/>
                </a:cubicBezTo>
                <a:cubicBezTo>
                  <a:pt x="638472" y="13930"/>
                  <a:pt x="588942" y="24765"/>
                  <a:pt x="548699" y="46434"/>
                </a:cubicBezTo>
                <a:cubicBezTo>
                  <a:pt x="505360" y="68877"/>
                  <a:pt x="451961" y="68103"/>
                  <a:pt x="409396" y="93642"/>
                </a:cubicBezTo>
                <a:cubicBezTo>
                  <a:pt x="363735" y="119955"/>
                  <a:pt x="318849" y="149363"/>
                  <a:pt x="268545" y="164068"/>
                </a:cubicBezTo>
                <a:cubicBezTo>
                  <a:pt x="225206" y="176450"/>
                  <a:pt x="198893" y="221337"/>
                  <a:pt x="157102" y="239137"/>
                </a:cubicBezTo>
                <a:cubicBezTo>
                  <a:pt x="112990" y="257710"/>
                  <a:pt x="87451" y="306466"/>
                  <a:pt x="47982" y="335101"/>
                </a:cubicBezTo>
                <a:cubicBezTo>
                  <a:pt x="28634" y="348257"/>
                  <a:pt x="19347" y="372248"/>
                  <a:pt x="0" y="386179"/>
                </a:cubicBezTo>
                <a:cubicBezTo>
                  <a:pt x="54173" y="427970"/>
                  <a:pt x="95964" y="488334"/>
                  <a:pt x="120729" y="551021"/>
                </a:cubicBezTo>
                <a:cubicBezTo>
                  <a:pt x="150911" y="626864"/>
                  <a:pt x="201989" y="692646"/>
                  <a:pt x="222111" y="771584"/>
                </a:cubicBezTo>
                <a:cubicBezTo>
                  <a:pt x="235267" y="824984"/>
                  <a:pt x="266997" y="876061"/>
                  <a:pt x="261580" y="930235"/>
                </a:cubicBezTo>
                <a:cubicBezTo>
                  <a:pt x="255389" y="994469"/>
                  <a:pt x="293310" y="1059477"/>
                  <a:pt x="278606" y="1122937"/>
                </a:cubicBezTo>
              </a:path>
            </a:pathLst>
          </a:custGeom>
          <a:noFill/>
          <a:ln w="2321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91377" y="3790415"/>
            <a:ext cx="1950243" cy="1114425"/>
          </a:xfrm>
          <a:custGeom>
            <a:avLst/>
            <a:gdLst/>
            <a:ahLst/>
            <a:cxnLst/>
            <a:rect l="0" t="0" r="0" b="0"/>
            <a:pathLst>
              <a:path w="1950243" h="1114425">
                <a:moveTo>
                  <a:pt x="1950243" y="737122"/>
                </a:moveTo>
                <a:cubicBezTo>
                  <a:pt x="1850943" y="624534"/>
                  <a:pt x="1775418" y="493040"/>
                  <a:pt x="1728202" y="350533"/>
                </a:cubicBezTo>
                <a:cubicBezTo>
                  <a:pt x="1690675" y="237271"/>
                  <a:pt x="1671637" y="118918"/>
                  <a:pt x="1671637" y="0"/>
                </a:cubicBezTo>
                <a:cubicBezTo>
                  <a:pt x="1671560" y="147761"/>
                  <a:pt x="1612867" y="289471"/>
                  <a:pt x="1508381" y="393956"/>
                </a:cubicBezTo>
                <a:cubicBezTo>
                  <a:pt x="1403896" y="498442"/>
                  <a:pt x="1262186" y="557135"/>
                  <a:pt x="1114425" y="557135"/>
                </a:cubicBezTo>
                <a:cubicBezTo>
                  <a:pt x="966663" y="557135"/>
                  <a:pt x="824953" y="498442"/>
                  <a:pt x="720468" y="393956"/>
                </a:cubicBezTo>
                <a:cubicBezTo>
                  <a:pt x="615982" y="289471"/>
                  <a:pt x="557289" y="147761"/>
                  <a:pt x="557289" y="0"/>
                </a:cubicBezTo>
                <a:lnTo>
                  <a:pt x="0" y="0"/>
                </a:lnTo>
                <a:cubicBezTo>
                  <a:pt x="0" y="295562"/>
                  <a:pt x="117409" y="579021"/>
                  <a:pt x="326410" y="788014"/>
                </a:cubicBezTo>
                <a:cubicBezTo>
                  <a:pt x="535403" y="997015"/>
                  <a:pt x="818862" y="1114425"/>
                  <a:pt x="1114425" y="1114425"/>
                </a:cubicBezTo>
                <a:cubicBezTo>
                  <a:pt x="1409987" y="1114425"/>
                  <a:pt x="1693446" y="997015"/>
                  <a:pt x="1902439" y="788014"/>
                </a:cubicBezTo>
                <a:cubicBezTo>
                  <a:pt x="1918954" y="771507"/>
                  <a:pt x="1934889" y="754535"/>
                  <a:pt x="1950243" y="73712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81316" y="3774936"/>
            <a:ext cx="1960306" cy="1150024"/>
          </a:xfrm>
          <a:custGeom>
            <a:avLst/>
            <a:gdLst/>
            <a:ahLst/>
            <a:cxnLst/>
            <a:rect l="0" t="0" r="0" b="0"/>
            <a:pathLst>
              <a:path w="1960306" h="1150024">
                <a:moveTo>
                  <a:pt x="1960306" y="752602"/>
                </a:moveTo>
                <a:cubicBezTo>
                  <a:pt x="1861008" y="640010"/>
                  <a:pt x="1785482" y="508515"/>
                  <a:pt x="1738261" y="366008"/>
                </a:cubicBezTo>
                <a:cubicBezTo>
                  <a:pt x="1700732" y="252750"/>
                  <a:pt x="1681698" y="134395"/>
                  <a:pt x="1681698" y="15478"/>
                </a:cubicBezTo>
                <a:lnTo>
                  <a:pt x="1681621" y="15478"/>
                </a:lnTo>
                <a:cubicBezTo>
                  <a:pt x="1681621" y="163240"/>
                  <a:pt x="1622923" y="304949"/>
                  <a:pt x="1518440" y="409432"/>
                </a:cubicBezTo>
                <a:cubicBezTo>
                  <a:pt x="1413956" y="513916"/>
                  <a:pt x="1272247" y="572614"/>
                  <a:pt x="1124485" y="572614"/>
                </a:cubicBezTo>
                <a:cubicBezTo>
                  <a:pt x="976723" y="572614"/>
                  <a:pt x="835014" y="513916"/>
                  <a:pt x="730531" y="409432"/>
                </a:cubicBezTo>
                <a:cubicBezTo>
                  <a:pt x="626047" y="304949"/>
                  <a:pt x="567349" y="163240"/>
                  <a:pt x="567349" y="15478"/>
                </a:cubicBezTo>
                <a:lnTo>
                  <a:pt x="10060" y="15478"/>
                </a:lnTo>
                <a:cubicBezTo>
                  <a:pt x="10060" y="311042"/>
                  <a:pt x="127473" y="594500"/>
                  <a:pt x="336468" y="803495"/>
                </a:cubicBezTo>
                <a:cubicBezTo>
                  <a:pt x="545463" y="1012490"/>
                  <a:pt x="828921" y="1129903"/>
                  <a:pt x="1124485" y="1129903"/>
                </a:cubicBezTo>
                <a:cubicBezTo>
                  <a:pt x="1420049" y="1129903"/>
                  <a:pt x="1703507" y="1012490"/>
                  <a:pt x="1912503" y="803495"/>
                </a:cubicBezTo>
                <a:cubicBezTo>
                  <a:pt x="1929013" y="786985"/>
                  <a:pt x="1944951" y="770011"/>
                  <a:pt x="1960306" y="752602"/>
                </a:cubicBezTo>
                <a:close/>
                <a:moveTo>
                  <a:pt x="1960304" y="752236"/>
                </a:moveTo>
                <a:cubicBezTo>
                  <a:pt x="1947922" y="772358"/>
                  <a:pt x="1928574" y="786288"/>
                  <a:pt x="1912322" y="803314"/>
                </a:cubicBezTo>
                <a:cubicBezTo>
                  <a:pt x="1814810" y="906244"/>
                  <a:pt x="1689437" y="972800"/>
                  <a:pt x="1567160" y="1038582"/>
                </a:cubicBezTo>
                <a:cubicBezTo>
                  <a:pt x="1434048" y="1109781"/>
                  <a:pt x="1277719" y="1143833"/>
                  <a:pt x="1124485" y="1129903"/>
                </a:cubicBezTo>
                <a:cubicBezTo>
                  <a:pt x="978991" y="1116746"/>
                  <a:pt x="838140" y="1095077"/>
                  <a:pt x="703480" y="1047095"/>
                </a:cubicBezTo>
                <a:cubicBezTo>
                  <a:pt x="564951" y="998339"/>
                  <a:pt x="438030" y="913209"/>
                  <a:pt x="336649" y="803314"/>
                </a:cubicBezTo>
                <a:cubicBezTo>
                  <a:pt x="229850" y="688002"/>
                  <a:pt x="152459" y="555664"/>
                  <a:pt x="85129" y="417135"/>
                </a:cubicBezTo>
                <a:cubicBezTo>
                  <a:pt x="25538" y="294858"/>
                  <a:pt x="4643" y="154007"/>
                  <a:pt x="10060" y="15478"/>
                </a:cubicBezTo>
                <a:cubicBezTo>
                  <a:pt x="195798" y="15478"/>
                  <a:pt x="381535" y="4643"/>
                  <a:pt x="567273" y="15478"/>
                </a:cubicBezTo>
                <a:cubicBezTo>
                  <a:pt x="555664" y="162520"/>
                  <a:pt x="630733" y="300275"/>
                  <a:pt x="730567" y="409396"/>
                </a:cubicBezTo>
                <a:cubicBezTo>
                  <a:pt x="830401" y="518517"/>
                  <a:pt x="976669" y="570368"/>
                  <a:pt x="1124485" y="572690"/>
                </a:cubicBezTo>
                <a:cubicBezTo>
                  <a:pt x="1272301" y="575012"/>
                  <a:pt x="1408509" y="507682"/>
                  <a:pt x="1518404" y="409396"/>
                </a:cubicBezTo>
                <a:cubicBezTo>
                  <a:pt x="1628298" y="311110"/>
                  <a:pt x="1690985" y="162520"/>
                  <a:pt x="1681698" y="15478"/>
                </a:cubicBezTo>
                <a:cubicBezTo>
                  <a:pt x="1668541" y="133885"/>
                  <a:pt x="1701045" y="253067"/>
                  <a:pt x="1738193" y="366057"/>
                </a:cubicBezTo>
                <a:cubicBezTo>
                  <a:pt x="1785401" y="508456"/>
                  <a:pt x="1868209" y="633829"/>
                  <a:pt x="1960304" y="752236"/>
                </a:cubicBezTo>
                <a:moveTo>
                  <a:pt x="1960304" y="752236"/>
                </a:moveTo>
                <a:cubicBezTo>
                  <a:pt x="1940182" y="711219"/>
                  <a:pt x="1908452" y="675620"/>
                  <a:pt x="1875948" y="643890"/>
                </a:cubicBezTo>
                <a:cubicBezTo>
                  <a:pt x="1837253" y="605968"/>
                  <a:pt x="1833383" y="541734"/>
                  <a:pt x="1794688" y="504586"/>
                </a:cubicBezTo>
                <a:cubicBezTo>
                  <a:pt x="1759088" y="470535"/>
                  <a:pt x="1734323" y="416361"/>
                  <a:pt x="1738193" y="366057"/>
                </a:cubicBezTo>
                <a:cubicBezTo>
                  <a:pt x="1742836" y="301823"/>
                  <a:pt x="1680150" y="241458"/>
                  <a:pt x="1694080" y="178772"/>
                </a:cubicBezTo>
                <a:cubicBezTo>
                  <a:pt x="1704915" y="125372"/>
                  <a:pt x="1663124" y="66555"/>
                  <a:pt x="1681698" y="15478"/>
                </a:cubicBezTo>
                <a:cubicBezTo>
                  <a:pt x="1689437" y="90547"/>
                  <a:pt x="1639907" y="158650"/>
                  <a:pt x="1637585" y="232945"/>
                </a:cubicBezTo>
                <a:cubicBezTo>
                  <a:pt x="1635263" y="303371"/>
                  <a:pt x="1556325" y="347483"/>
                  <a:pt x="1518404" y="409396"/>
                </a:cubicBezTo>
                <a:cubicBezTo>
                  <a:pt x="1478160" y="474404"/>
                  <a:pt x="1396900" y="498395"/>
                  <a:pt x="1330344" y="533221"/>
                </a:cubicBezTo>
                <a:cubicBezTo>
                  <a:pt x="1268432" y="565725"/>
                  <a:pt x="1192589" y="592812"/>
                  <a:pt x="1124485" y="572690"/>
                </a:cubicBezTo>
                <a:cubicBezTo>
                  <a:pt x="1050190" y="550247"/>
                  <a:pt x="961965" y="571142"/>
                  <a:pt x="900826" y="525482"/>
                </a:cubicBezTo>
                <a:cubicBezTo>
                  <a:pt x="845879" y="484465"/>
                  <a:pt x="769262" y="467439"/>
                  <a:pt x="730567" y="409396"/>
                </a:cubicBezTo>
                <a:cubicBezTo>
                  <a:pt x="691872" y="351353"/>
                  <a:pt x="656272" y="294084"/>
                  <a:pt x="614481" y="239910"/>
                </a:cubicBezTo>
                <a:cubicBezTo>
                  <a:pt x="568047" y="179546"/>
                  <a:pt x="539412" y="88225"/>
                  <a:pt x="567273" y="15478"/>
                </a:cubicBezTo>
                <a:cubicBezTo>
                  <a:pt x="523160" y="11608"/>
                  <a:pt x="475178" y="0"/>
                  <a:pt x="433387" y="15478"/>
                </a:cubicBezTo>
                <a:cubicBezTo>
                  <a:pt x="388500" y="32504"/>
                  <a:pt x="335101" y="773"/>
                  <a:pt x="289440" y="15478"/>
                </a:cubicBezTo>
                <a:cubicBezTo>
                  <a:pt x="249197" y="28634"/>
                  <a:pt x="203537" y="5417"/>
                  <a:pt x="162520" y="15478"/>
                </a:cubicBezTo>
                <a:cubicBezTo>
                  <a:pt x="112990" y="27860"/>
                  <a:pt x="58042" y="32504"/>
                  <a:pt x="10060" y="15478"/>
                </a:cubicBezTo>
                <a:cubicBezTo>
                  <a:pt x="0" y="58816"/>
                  <a:pt x="17025" y="103703"/>
                  <a:pt x="17799" y="147816"/>
                </a:cubicBezTo>
                <a:cubicBezTo>
                  <a:pt x="18573" y="199667"/>
                  <a:pt x="33277" y="250745"/>
                  <a:pt x="47208" y="300275"/>
                </a:cubicBezTo>
                <a:cubicBezTo>
                  <a:pt x="61138" y="349805"/>
                  <a:pt x="73521" y="399335"/>
                  <a:pt x="95964" y="444996"/>
                </a:cubicBezTo>
                <a:cubicBezTo>
                  <a:pt x="119181" y="490656"/>
                  <a:pt x="141624" y="537090"/>
                  <a:pt x="164842" y="581977"/>
                </a:cubicBezTo>
                <a:cubicBezTo>
                  <a:pt x="186511" y="623768"/>
                  <a:pt x="212050" y="664785"/>
                  <a:pt x="244554" y="699611"/>
                </a:cubicBezTo>
                <a:cubicBezTo>
                  <a:pt x="276284" y="732889"/>
                  <a:pt x="306466" y="768488"/>
                  <a:pt x="336649" y="803314"/>
                </a:cubicBezTo>
                <a:cubicBezTo>
                  <a:pt x="376892" y="851296"/>
                  <a:pt x="424100" y="894635"/>
                  <a:pt x="478274" y="923270"/>
                </a:cubicBezTo>
                <a:cubicBezTo>
                  <a:pt x="530899" y="951130"/>
                  <a:pt x="579655" y="983634"/>
                  <a:pt x="629959" y="1013817"/>
                </a:cubicBezTo>
                <a:cubicBezTo>
                  <a:pt x="675620" y="1041677"/>
                  <a:pt x="727471" y="1058703"/>
                  <a:pt x="778549" y="1074955"/>
                </a:cubicBezTo>
                <a:cubicBezTo>
                  <a:pt x="838914" y="1093529"/>
                  <a:pt x="902374" y="1102042"/>
                  <a:pt x="963513" y="1118294"/>
                </a:cubicBezTo>
                <a:cubicBezTo>
                  <a:pt x="1015365" y="1131450"/>
                  <a:pt x="1073407" y="1112877"/>
                  <a:pt x="1124485" y="1129903"/>
                </a:cubicBezTo>
                <a:cubicBezTo>
                  <a:pt x="1185624" y="1150024"/>
                  <a:pt x="1251406" y="1120616"/>
                  <a:pt x="1314092" y="1113651"/>
                </a:cubicBezTo>
                <a:cubicBezTo>
                  <a:pt x="1367492" y="1107459"/>
                  <a:pt x="1428630" y="1109007"/>
                  <a:pt x="1469647" y="1074955"/>
                </a:cubicBezTo>
                <a:cubicBezTo>
                  <a:pt x="1512212" y="1040903"/>
                  <a:pt x="1576447" y="1044773"/>
                  <a:pt x="1621333" y="1013043"/>
                </a:cubicBezTo>
                <a:cubicBezTo>
                  <a:pt x="1673959" y="975895"/>
                  <a:pt x="1724263" y="931009"/>
                  <a:pt x="1786175" y="912435"/>
                </a:cubicBezTo>
                <a:cubicBezTo>
                  <a:pt x="1838801" y="896183"/>
                  <a:pt x="1867435" y="837366"/>
                  <a:pt x="1912322" y="803314"/>
                </a:cubicBezTo>
                <a:cubicBezTo>
                  <a:pt x="1930896" y="789384"/>
                  <a:pt x="1941730" y="766941"/>
                  <a:pt x="1960304" y="752236"/>
                </a:cubicBezTo>
              </a:path>
            </a:pathLst>
          </a:custGeom>
          <a:noFill/>
          <a:ln w="2321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3015" y="3790415"/>
            <a:ext cx="2228850" cy="1114425"/>
          </a:xfrm>
          <a:custGeom>
            <a:avLst/>
            <a:gdLst/>
            <a:ahLst/>
            <a:cxnLst/>
            <a:rect l="0" t="0" r="0" b="0"/>
            <a:pathLst>
              <a:path w="2228850" h="1114425">
                <a:moveTo>
                  <a:pt x="2228850" y="0"/>
                </a:moveTo>
                <a:cubicBezTo>
                  <a:pt x="2228850" y="295562"/>
                  <a:pt x="2111440" y="579021"/>
                  <a:pt x="1902439" y="788014"/>
                </a:cubicBezTo>
                <a:cubicBezTo>
                  <a:pt x="1693446" y="997015"/>
                  <a:pt x="1409987" y="1114425"/>
                  <a:pt x="1114425" y="1114425"/>
                </a:cubicBezTo>
                <a:cubicBezTo>
                  <a:pt x="818862" y="1114425"/>
                  <a:pt x="535403" y="997015"/>
                  <a:pt x="326410" y="788014"/>
                </a:cubicBezTo>
                <a:cubicBezTo>
                  <a:pt x="117409" y="579021"/>
                  <a:pt x="0" y="295562"/>
                  <a:pt x="0" y="0"/>
                </a:cubicBezTo>
                <a:lnTo>
                  <a:pt x="557166" y="0"/>
                </a:lnTo>
                <a:cubicBezTo>
                  <a:pt x="557166" y="147792"/>
                  <a:pt x="615874" y="289533"/>
                  <a:pt x="720382" y="394042"/>
                </a:cubicBezTo>
                <a:cubicBezTo>
                  <a:pt x="824891" y="498550"/>
                  <a:pt x="966632" y="557258"/>
                  <a:pt x="1114425" y="557258"/>
                </a:cubicBezTo>
                <a:cubicBezTo>
                  <a:pt x="1262217" y="557258"/>
                  <a:pt x="1403958" y="498550"/>
                  <a:pt x="1508467" y="394042"/>
                </a:cubicBezTo>
                <a:cubicBezTo>
                  <a:pt x="1612975" y="289533"/>
                  <a:pt x="1671683" y="147792"/>
                  <a:pt x="1671683" y="0"/>
                </a:cubicBezTo>
                <a:lnTo>
                  <a:pt x="2228850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3728" y="3771067"/>
            <a:ext cx="2245875" cy="1146155"/>
          </a:xfrm>
          <a:custGeom>
            <a:avLst/>
            <a:gdLst/>
            <a:ahLst/>
            <a:cxnLst/>
            <a:rect l="0" t="0" r="0" b="0"/>
            <a:pathLst>
              <a:path w="2245875" h="1146155">
                <a:moveTo>
                  <a:pt x="2238136" y="19347"/>
                </a:moveTo>
                <a:lnTo>
                  <a:pt x="1680973" y="19347"/>
                </a:lnTo>
                <a:cubicBezTo>
                  <a:pt x="1680973" y="167142"/>
                  <a:pt x="1622261" y="308883"/>
                  <a:pt x="1517754" y="413390"/>
                </a:cubicBezTo>
                <a:cubicBezTo>
                  <a:pt x="1413248" y="517897"/>
                  <a:pt x="1271507" y="576608"/>
                  <a:pt x="1123711" y="576608"/>
                </a:cubicBezTo>
                <a:cubicBezTo>
                  <a:pt x="975916" y="576608"/>
                  <a:pt x="834175" y="517897"/>
                  <a:pt x="729668" y="413390"/>
                </a:cubicBezTo>
                <a:cubicBezTo>
                  <a:pt x="625162" y="308883"/>
                  <a:pt x="566450" y="167142"/>
                  <a:pt x="566450" y="19347"/>
                </a:cubicBezTo>
                <a:lnTo>
                  <a:pt x="9286" y="19347"/>
                </a:lnTo>
                <a:cubicBezTo>
                  <a:pt x="9286" y="314911"/>
                  <a:pt x="126699" y="598370"/>
                  <a:pt x="335694" y="807365"/>
                </a:cubicBezTo>
                <a:cubicBezTo>
                  <a:pt x="544689" y="1016360"/>
                  <a:pt x="828147" y="1133772"/>
                  <a:pt x="1123711" y="1133772"/>
                </a:cubicBezTo>
                <a:cubicBezTo>
                  <a:pt x="1419275" y="1133772"/>
                  <a:pt x="1702733" y="1016360"/>
                  <a:pt x="1911729" y="807365"/>
                </a:cubicBezTo>
                <a:cubicBezTo>
                  <a:pt x="2120724" y="598369"/>
                  <a:pt x="2238136" y="314911"/>
                  <a:pt x="2238136" y="19347"/>
                </a:cubicBezTo>
                <a:close/>
                <a:moveTo>
                  <a:pt x="2238136" y="19347"/>
                </a:moveTo>
                <a:cubicBezTo>
                  <a:pt x="2052399" y="14704"/>
                  <a:pt x="1866661" y="27860"/>
                  <a:pt x="1680924" y="19347"/>
                </a:cubicBezTo>
                <a:cubicBezTo>
                  <a:pt x="1672411" y="167163"/>
                  <a:pt x="1616690" y="303371"/>
                  <a:pt x="1517630" y="413265"/>
                </a:cubicBezTo>
                <a:cubicBezTo>
                  <a:pt x="1418570" y="523160"/>
                  <a:pt x="1271527" y="577334"/>
                  <a:pt x="1123711" y="576560"/>
                </a:cubicBezTo>
                <a:cubicBezTo>
                  <a:pt x="975895" y="576560"/>
                  <a:pt x="832723" y="519291"/>
                  <a:pt x="729793" y="413265"/>
                </a:cubicBezTo>
                <a:cubicBezTo>
                  <a:pt x="626864" y="307240"/>
                  <a:pt x="573464" y="167163"/>
                  <a:pt x="566499" y="19347"/>
                </a:cubicBezTo>
                <a:cubicBezTo>
                  <a:pt x="380761" y="13930"/>
                  <a:pt x="195024" y="13930"/>
                  <a:pt x="9286" y="19347"/>
                </a:cubicBezTo>
                <a:cubicBezTo>
                  <a:pt x="6965" y="175676"/>
                  <a:pt x="37921" y="331231"/>
                  <a:pt x="104477" y="469761"/>
                </a:cubicBezTo>
                <a:cubicBezTo>
                  <a:pt x="163294" y="592812"/>
                  <a:pt x="243006" y="704254"/>
                  <a:pt x="335875" y="807184"/>
                </a:cubicBezTo>
                <a:cubicBezTo>
                  <a:pt x="437257" y="920174"/>
                  <a:pt x="575786" y="984408"/>
                  <a:pt x="707350" y="1053286"/>
                </a:cubicBezTo>
                <a:cubicBezTo>
                  <a:pt x="832723" y="1118294"/>
                  <a:pt x="979765" y="1126807"/>
                  <a:pt x="1123711" y="1133772"/>
                </a:cubicBezTo>
                <a:cubicBezTo>
                  <a:pt x="1218902" y="1138416"/>
                  <a:pt x="1313318" y="1122164"/>
                  <a:pt x="1404639" y="1098172"/>
                </a:cubicBezTo>
                <a:cubicBezTo>
                  <a:pt x="1501378" y="1071860"/>
                  <a:pt x="1597342" y="1038582"/>
                  <a:pt x="1681698" y="984408"/>
                </a:cubicBezTo>
                <a:cubicBezTo>
                  <a:pt x="1762184" y="931783"/>
                  <a:pt x="1840349" y="874514"/>
                  <a:pt x="1911548" y="807184"/>
                </a:cubicBezTo>
                <a:cubicBezTo>
                  <a:pt x="2019121" y="706576"/>
                  <a:pt x="2096512" y="580429"/>
                  <a:pt x="2152233" y="447317"/>
                </a:cubicBezTo>
                <a:cubicBezTo>
                  <a:pt x="2209502" y="313432"/>
                  <a:pt x="2238910" y="167937"/>
                  <a:pt x="2238136" y="19347"/>
                </a:cubicBezTo>
                <a:moveTo>
                  <a:pt x="2238136" y="19347"/>
                </a:moveTo>
                <a:cubicBezTo>
                  <a:pt x="2245875" y="57269"/>
                  <a:pt x="2232719" y="96738"/>
                  <a:pt x="2231945" y="135433"/>
                </a:cubicBezTo>
                <a:cubicBezTo>
                  <a:pt x="2231171" y="177998"/>
                  <a:pt x="2211050" y="218241"/>
                  <a:pt x="2211824" y="260806"/>
                </a:cubicBezTo>
                <a:cubicBezTo>
                  <a:pt x="2212597" y="299501"/>
                  <a:pt x="2182415" y="334327"/>
                  <a:pt x="2180867" y="372248"/>
                </a:cubicBezTo>
                <a:cubicBezTo>
                  <a:pt x="2178546" y="416361"/>
                  <a:pt x="2142946" y="451961"/>
                  <a:pt x="2132111" y="494526"/>
                </a:cubicBezTo>
                <a:cubicBezTo>
                  <a:pt x="2121277" y="534769"/>
                  <a:pt x="2103477" y="576560"/>
                  <a:pt x="2072520" y="604420"/>
                </a:cubicBezTo>
                <a:cubicBezTo>
                  <a:pt x="2038469" y="633829"/>
                  <a:pt x="2027634" y="683359"/>
                  <a:pt x="1995130" y="714315"/>
                </a:cubicBezTo>
                <a:cubicBezTo>
                  <a:pt x="1964947" y="742950"/>
                  <a:pt x="1934765" y="772358"/>
                  <a:pt x="1911548" y="807184"/>
                </a:cubicBezTo>
                <a:cubicBezTo>
                  <a:pt x="1885235" y="848201"/>
                  <a:pt x="1844992" y="881479"/>
                  <a:pt x="1801653" y="903922"/>
                </a:cubicBezTo>
                <a:cubicBezTo>
                  <a:pt x="1759862" y="925591"/>
                  <a:pt x="1726584" y="961965"/>
                  <a:pt x="1684019" y="982860"/>
                </a:cubicBezTo>
                <a:cubicBezTo>
                  <a:pt x="1638359" y="1004530"/>
                  <a:pt x="1598116" y="1050190"/>
                  <a:pt x="1547038" y="1050190"/>
                </a:cubicBezTo>
                <a:cubicBezTo>
                  <a:pt x="1498282" y="1050190"/>
                  <a:pt x="1457265" y="1091207"/>
                  <a:pt x="1408509" y="1096625"/>
                </a:cubicBezTo>
                <a:cubicBezTo>
                  <a:pt x="1362848" y="1102042"/>
                  <a:pt x="1314092" y="1102816"/>
                  <a:pt x="1272301" y="1123711"/>
                </a:cubicBezTo>
                <a:cubicBezTo>
                  <a:pt x="1228189" y="1146155"/>
                  <a:pt x="1174015" y="1135320"/>
                  <a:pt x="1123711" y="1133772"/>
                </a:cubicBezTo>
                <a:cubicBezTo>
                  <a:pt x="1064121" y="1132224"/>
                  <a:pt x="1003756" y="1133772"/>
                  <a:pt x="947261" y="1119842"/>
                </a:cubicBezTo>
                <a:cubicBezTo>
                  <a:pt x="891540" y="1105912"/>
                  <a:pt x="828853" y="1109007"/>
                  <a:pt x="780097" y="1079599"/>
                </a:cubicBezTo>
                <a:cubicBezTo>
                  <a:pt x="730567" y="1049416"/>
                  <a:pt x="666333" y="1048642"/>
                  <a:pt x="620672" y="1013817"/>
                </a:cubicBezTo>
                <a:cubicBezTo>
                  <a:pt x="571142" y="975895"/>
                  <a:pt x="516195" y="948035"/>
                  <a:pt x="462022" y="916304"/>
                </a:cubicBezTo>
                <a:cubicBezTo>
                  <a:pt x="414813" y="888444"/>
                  <a:pt x="385405" y="833497"/>
                  <a:pt x="335875" y="807184"/>
                </a:cubicBezTo>
                <a:cubicBezTo>
                  <a:pt x="297179" y="787062"/>
                  <a:pt x="261580" y="752236"/>
                  <a:pt x="249971" y="711219"/>
                </a:cubicBezTo>
                <a:cubicBezTo>
                  <a:pt x="236815" y="667107"/>
                  <a:pt x="199667" y="635377"/>
                  <a:pt x="171807" y="599003"/>
                </a:cubicBezTo>
                <a:cubicBezTo>
                  <a:pt x="146268" y="565725"/>
                  <a:pt x="133111" y="523934"/>
                  <a:pt x="112216" y="487560"/>
                </a:cubicBezTo>
                <a:cubicBezTo>
                  <a:pt x="92868" y="453509"/>
                  <a:pt x="68877" y="417909"/>
                  <a:pt x="68877" y="379214"/>
                </a:cubicBezTo>
                <a:cubicBezTo>
                  <a:pt x="69651" y="335101"/>
                  <a:pt x="36373" y="295632"/>
                  <a:pt x="34051" y="251519"/>
                </a:cubicBezTo>
                <a:cubicBezTo>
                  <a:pt x="30956" y="210502"/>
                  <a:pt x="17025" y="170259"/>
                  <a:pt x="14704" y="128468"/>
                </a:cubicBezTo>
                <a:cubicBezTo>
                  <a:pt x="12382" y="92094"/>
                  <a:pt x="0" y="54947"/>
                  <a:pt x="9286" y="19347"/>
                </a:cubicBezTo>
                <a:cubicBezTo>
                  <a:pt x="57269" y="26312"/>
                  <a:pt x="106025" y="18573"/>
                  <a:pt x="154007" y="19347"/>
                </a:cubicBezTo>
                <a:cubicBezTo>
                  <a:pt x="200441" y="20121"/>
                  <a:pt x="246876" y="28634"/>
                  <a:pt x="291762" y="19347"/>
                </a:cubicBezTo>
                <a:cubicBezTo>
                  <a:pt x="334327" y="10060"/>
                  <a:pt x="379214" y="9286"/>
                  <a:pt x="421778" y="19347"/>
                </a:cubicBezTo>
                <a:cubicBezTo>
                  <a:pt x="468213" y="30956"/>
                  <a:pt x="520838" y="34825"/>
                  <a:pt x="566499" y="19347"/>
                </a:cubicBezTo>
                <a:cubicBezTo>
                  <a:pt x="559534" y="94416"/>
                  <a:pt x="572690" y="173354"/>
                  <a:pt x="610612" y="236041"/>
                </a:cubicBezTo>
                <a:cubicBezTo>
                  <a:pt x="646985" y="297179"/>
                  <a:pt x="701159" y="346710"/>
                  <a:pt x="729793" y="413265"/>
                </a:cubicBezTo>
                <a:cubicBezTo>
                  <a:pt x="758428" y="481369"/>
                  <a:pt x="838914" y="517743"/>
                  <a:pt x="909339" y="533995"/>
                </a:cubicBezTo>
                <a:cubicBezTo>
                  <a:pt x="980539" y="549473"/>
                  <a:pt x="1050190" y="585847"/>
                  <a:pt x="1123711" y="576560"/>
                </a:cubicBezTo>
                <a:cubicBezTo>
                  <a:pt x="1193363" y="568047"/>
                  <a:pt x="1261467" y="557986"/>
                  <a:pt x="1327249" y="537864"/>
                </a:cubicBezTo>
                <a:cubicBezTo>
                  <a:pt x="1399996" y="516195"/>
                  <a:pt x="1470421" y="475178"/>
                  <a:pt x="1517630" y="413265"/>
                </a:cubicBezTo>
                <a:cubicBezTo>
                  <a:pt x="1541621" y="382309"/>
                  <a:pt x="1560194" y="347483"/>
                  <a:pt x="1590377" y="323492"/>
                </a:cubicBezTo>
                <a:cubicBezTo>
                  <a:pt x="1615916" y="303371"/>
                  <a:pt x="1619785" y="265449"/>
                  <a:pt x="1636811" y="237589"/>
                </a:cubicBezTo>
                <a:cubicBezTo>
                  <a:pt x="1657707" y="202763"/>
                  <a:pt x="1656159" y="158650"/>
                  <a:pt x="1671637" y="120729"/>
                </a:cubicBezTo>
                <a:cubicBezTo>
                  <a:pt x="1684793" y="88999"/>
                  <a:pt x="1687889" y="52625"/>
                  <a:pt x="1680924" y="19347"/>
                </a:cubicBezTo>
                <a:cubicBezTo>
                  <a:pt x="1738967" y="0"/>
                  <a:pt x="1803975" y="6965"/>
                  <a:pt x="1863566" y="19347"/>
                </a:cubicBezTo>
                <a:cubicBezTo>
                  <a:pt x="1924704" y="31730"/>
                  <a:pt x="1988939" y="27086"/>
                  <a:pt x="2050077" y="19347"/>
                </a:cubicBezTo>
                <a:cubicBezTo>
                  <a:pt x="2112764" y="11608"/>
                  <a:pt x="2176224" y="27860"/>
                  <a:pt x="2238136" y="19347"/>
                </a:cubicBezTo>
              </a:path>
            </a:pathLst>
          </a:custGeom>
          <a:noFill/>
          <a:ln w="2321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91377" y="2675990"/>
            <a:ext cx="2228850" cy="1114425"/>
          </a:xfrm>
          <a:custGeom>
            <a:avLst/>
            <a:gdLst/>
            <a:ahLst/>
            <a:cxnLst/>
            <a:rect l="0" t="0" r="0" b="0"/>
            <a:pathLst>
              <a:path w="2228850" h="1114425">
                <a:moveTo>
                  <a:pt x="0" y="1114425"/>
                </a:moveTo>
                <a:cubicBezTo>
                  <a:pt x="0" y="818862"/>
                  <a:pt x="117409" y="535403"/>
                  <a:pt x="326410" y="326410"/>
                </a:cubicBezTo>
                <a:cubicBezTo>
                  <a:pt x="535403" y="117409"/>
                  <a:pt x="818862" y="0"/>
                  <a:pt x="1114425" y="0"/>
                </a:cubicBezTo>
                <a:cubicBezTo>
                  <a:pt x="1409987" y="0"/>
                  <a:pt x="1693446" y="117409"/>
                  <a:pt x="1902439" y="326410"/>
                </a:cubicBezTo>
                <a:cubicBezTo>
                  <a:pt x="2111440" y="535403"/>
                  <a:pt x="2228850" y="818862"/>
                  <a:pt x="2228850" y="1114425"/>
                </a:cubicBezTo>
                <a:lnTo>
                  <a:pt x="1671629" y="1114425"/>
                </a:lnTo>
                <a:cubicBezTo>
                  <a:pt x="1671629" y="966639"/>
                  <a:pt x="1612928" y="824914"/>
                  <a:pt x="1508428" y="720421"/>
                </a:cubicBezTo>
                <a:cubicBezTo>
                  <a:pt x="1403935" y="615921"/>
                  <a:pt x="1262202" y="557220"/>
                  <a:pt x="1114425" y="557220"/>
                </a:cubicBezTo>
                <a:cubicBezTo>
                  <a:pt x="966639" y="557220"/>
                  <a:pt x="824914" y="615921"/>
                  <a:pt x="720421" y="720421"/>
                </a:cubicBezTo>
                <a:cubicBezTo>
                  <a:pt x="615921" y="824914"/>
                  <a:pt x="557220" y="966639"/>
                  <a:pt x="557220" y="1114425"/>
                </a:cubicBezTo>
                <a:lnTo>
                  <a:pt x="0" y="1114425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91377" y="2658190"/>
            <a:ext cx="2248971" cy="1160859"/>
          </a:xfrm>
          <a:custGeom>
            <a:avLst/>
            <a:gdLst/>
            <a:ahLst/>
            <a:cxnLst/>
            <a:rect l="0" t="0" r="0" b="0"/>
            <a:pathLst>
              <a:path w="2248971" h="1160859">
                <a:moveTo>
                  <a:pt x="0" y="1132224"/>
                </a:moveTo>
                <a:lnTo>
                  <a:pt x="557216" y="1132224"/>
                </a:lnTo>
                <a:cubicBezTo>
                  <a:pt x="557216" y="984443"/>
                  <a:pt x="615921" y="842715"/>
                  <a:pt x="720419" y="738219"/>
                </a:cubicBezTo>
                <a:cubicBezTo>
                  <a:pt x="824915" y="633721"/>
                  <a:pt x="966643" y="575016"/>
                  <a:pt x="1114425" y="575016"/>
                </a:cubicBezTo>
                <a:cubicBezTo>
                  <a:pt x="1262205" y="575016"/>
                  <a:pt x="1403934" y="633721"/>
                  <a:pt x="1508430" y="738219"/>
                </a:cubicBezTo>
                <a:cubicBezTo>
                  <a:pt x="1612927" y="842715"/>
                  <a:pt x="1671633" y="984443"/>
                  <a:pt x="1671633" y="1132224"/>
                </a:cubicBezTo>
                <a:lnTo>
                  <a:pt x="2228850" y="1132224"/>
                </a:lnTo>
                <a:cubicBezTo>
                  <a:pt x="2228850" y="836660"/>
                  <a:pt x="2111437" y="553202"/>
                  <a:pt x="1902441" y="344207"/>
                </a:cubicBezTo>
                <a:cubicBezTo>
                  <a:pt x="1693446" y="135212"/>
                  <a:pt x="1409989" y="17799"/>
                  <a:pt x="1114425" y="17799"/>
                </a:cubicBezTo>
                <a:cubicBezTo>
                  <a:pt x="818860" y="17799"/>
                  <a:pt x="535403" y="135212"/>
                  <a:pt x="326407" y="344207"/>
                </a:cubicBezTo>
                <a:cubicBezTo>
                  <a:pt x="117412" y="553202"/>
                  <a:pt x="0" y="836660"/>
                  <a:pt x="0" y="1132224"/>
                </a:cubicBezTo>
                <a:close/>
                <a:moveTo>
                  <a:pt x="0" y="1132224"/>
                </a:moveTo>
                <a:cubicBezTo>
                  <a:pt x="95964" y="1125259"/>
                  <a:pt x="192702" y="1134546"/>
                  <a:pt x="288667" y="1132224"/>
                </a:cubicBezTo>
                <a:cubicBezTo>
                  <a:pt x="377666" y="1130677"/>
                  <a:pt x="468213" y="1140737"/>
                  <a:pt x="557212" y="1132224"/>
                </a:cubicBezTo>
                <a:cubicBezTo>
                  <a:pt x="551795" y="984408"/>
                  <a:pt x="618351" y="845105"/>
                  <a:pt x="720506" y="738306"/>
                </a:cubicBezTo>
                <a:cubicBezTo>
                  <a:pt x="822662" y="631507"/>
                  <a:pt x="966608" y="571916"/>
                  <a:pt x="1114425" y="575012"/>
                </a:cubicBezTo>
                <a:cubicBezTo>
                  <a:pt x="1262241" y="578107"/>
                  <a:pt x="1401544" y="636150"/>
                  <a:pt x="1508343" y="738306"/>
                </a:cubicBezTo>
                <a:cubicBezTo>
                  <a:pt x="1615142" y="840462"/>
                  <a:pt x="1670863" y="984408"/>
                  <a:pt x="1671637" y="1132224"/>
                </a:cubicBezTo>
                <a:cubicBezTo>
                  <a:pt x="1857375" y="1139190"/>
                  <a:pt x="2043112" y="1132224"/>
                  <a:pt x="2228850" y="1132224"/>
                </a:cubicBezTo>
                <a:cubicBezTo>
                  <a:pt x="2236589" y="975895"/>
                  <a:pt x="2201763" y="820340"/>
                  <a:pt x="2133659" y="682585"/>
                </a:cubicBezTo>
                <a:cubicBezTo>
                  <a:pt x="2074068" y="559534"/>
                  <a:pt x="2004417" y="438804"/>
                  <a:pt x="1902261" y="344388"/>
                </a:cubicBezTo>
                <a:cubicBezTo>
                  <a:pt x="1827192" y="274736"/>
                  <a:pt x="1741289" y="220563"/>
                  <a:pt x="1660802" y="160972"/>
                </a:cubicBezTo>
                <a:cubicBezTo>
                  <a:pt x="1580316" y="101381"/>
                  <a:pt x="1478160" y="79712"/>
                  <a:pt x="1382196" y="50303"/>
                </a:cubicBezTo>
                <a:cubicBezTo>
                  <a:pt x="1296292" y="24764"/>
                  <a:pt x="1205745" y="13156"/>
                  <a:pt x="1114425" y="17799"/>
                </a:cubicBezTo>
                <a:cubicBezTo>
                  <a:pt x="973574" y="24764"/>
                  <a:pt x="836592" y="48756"/>
                  <a:pt x="705802" y="95190"/>
                </a:cubicBezTo>
                <a:cubicBezTo>
                  <a:pt x="563403" y="146268"/>
                  <a:pt x="431065" y="230624"/>
                  <a:pt x="326588" y="344388"/>
                </a:cubicBezTo>
                <a:cubicBezTo>
                  <a:pt x="225980" y="452735"/>
                  <a:pt x="140077" y="571916"/>
                  <a:pt x="84355" y="706576"/>
                </a:cubicBezTo>
                <a:cubicBezTo>
                  <a:pt x="29408" y="840462"/>
                  <a:pt x="6965" y="984408"/>
                  <a:pt x="0" y="1132224"/>
                </a:cubicBezTo>
                <a:moveTo>
                  <a:pt x="0" y="1132224"/>
                </a:moveTo>
                <a:cubicBezTo>
                  <a:pt x="13156" y="1061025"/>
                  <a:pt x="29408" y="989052"/>
                  <a:pt x="20895" y="918626"/>
                </a:cubicBezTo>
                <a:cubicBezTo>
                  <a:pt x="12382" y="845879"/>
                  <a:pt x="37147" y="766167"/>
                  <a:pt x="82807" y="709672"/>
                </a:cubicBezTo>
                <a:cubicBezTo>
                  <a:pt x="133885" y="648533"/>
                  <a:pt x="132337" y="548699"/>
                  <a:pt x="196572" y="500717"/>
                </a:cubicBezTo>
                <a:cubicBezTo>
                  <a:pt x="249971" y="459700"/>
                  <a:pt x="277832" y="392370"/>
                  <a:pt x="326588" y="344388"/>
                </a:cubicBezTo>
                <a:cubicBezTo>
                  <a:pt x="379987" y="291762"/>
                  <a:pt x="438804" y="245328"/>
                  <a:pt x="499169" y="202763"/>
                </a:cubicBezTo>
                <a:cubicBezTo>
                  <a:pt x="562629" y="159424"/>
                  <a:pt x="626090" y="102155"/>
                  <a:pt x="702706" y="96738"/>
                </a:cubicBezTo>
                <a:cubicBezTo>
                  <a:pt x="775454" y="91320"/>
                  <a:pt x="839688" y="47208"/>
                  <a:pt x="911661" y="36373"/>
                </a:cubicBezTo>
                <a:cubicBezTo>
                  <a:pt x="978217" y="26312"/>
                  <a:pt x="1049416" y="38695"/>
                  <a:pt x="1114425" y="17799"/>
                </a:cubicBezTo>
                <a:cubicBezTo>
                  <a:pt x="1170920" y="0"/>
                  <a:pt x="1236702" y="8512"/>
                  <a:pt x="1290101" y="31730"/>
                </a:cubicBezTo>
                <a:cubicBezTo>
                  <a:pt x="1338857" y="52625"/>
                  <a:pt x="1399222" y="40243"/>
                  <a:pt x="1444882" y="68103"/>
                </a:cubicBezTo>
                <a:cubicBezTo>
                  <a:pt x="1490543" y="95964"/>
                  <a:pt x="1550908" y="96738"/>
                  <a:pt x="1595794" y="126920"/>
                </a:cubicBezTo>
                <a:cubicBezTo>
                  <a:pt x="1649968" y="164068"/>
                  <a:pt x="1708011" y="195798"/>
                  <a:pt x="1766054" y="228302"/>
                </a:cubicBezTo>
                <a:cubicBezTo>
                  <a:pt x="1817905" y="256936"/>
                  <a:pt x="1863566" y="298727"/>
                  <a:pt x="1902261" y="344388"/>
                </a:cubicBezTo>
                <a:cubicBezTo>
                  <a:pt x="1946374" y="395466"/>
                  <a:pt x="1986617" y="448865"/>
                  <a:pt x="2030730" y="498395"/>
                </a:cubicBezTo>
                <a:cubicBezTo>
                  <a:pt x="2086451" y="559534"/>
                  <a:pt x="2108894" y="642342"/>
                  <a:pt x="2147589" y="713541"/>
                </a:cubicBezTo>
                <a:cubicBezTo>
                  <a:pt x="2183189" y="780097"/>
                  <a:pt x="2219563" y="855166"/>
                  <a:pt x="2210276" y="930235"/>
                </a:cubicBezTo>
                <a:cubicBezTo>
                  <a:pt x="2201763" y="996791"/>
                  <a:pt x="2248971" y="1067216"/>
                  <a:pt x="2228850" y="1132224"/>
                </a:cubicBezTo>
                <a:cubicBezTo>
                  <a:pt x="2190928" y="1135320"/>
                  <a:pt x="2151459" y="1142285"/>
                  <a:pt x="2114311" y="1132224"/>
                </a:cubicBezTo>
                <a:cubicBezTo>
                  <a:pt x="2076390" y="1122164"/>
                  <a:pt x="2035373" y="1129129"/>
                  <a:pt x="1995904" y="1132224"/>
                </a:cubicBezTo>
                <a:cubicBezTo>
                  <a:pt x="1959530" y="1134546"/>
                  <a:pt x="1920835" y="1122937"/>
                  <a:pt x="1885235" y="1132224"/>
                </a:cubicBezTo>
                <a:cubicBezTo>
                  <a:pt x="1849635" y="1141511"/>
                  <a:pt x="1810940" y="1125259"/>
                  <a:pt x="1775340" y="1132224"/>
                </a:cubicBezTo>
                <a:cubicBezTo>
                  <a:pt x="1741289" y="1139190"/>
                  <a:pt x="1705689" y="1137642"/>
                  <a:pt x="1671637" y="1132224"/>
                </a:cubicBezTo>
                <a:cubicBezTo>
                  <a:pt x="1690211" y="1085016"/>
                  <a:pt x="1669315" y="1030069"/>
                  <a:pt x="1651515" y="982860"/>
                </a:cubicBezTo>
                <a:cubicBezTo>
                  <a:pt x="1635263" y="940296"/>
                  <a:pt x="1622881" y="895409"/>
                  <a:pt x="1598890" y="856714"/>
                </a:cubicBezTo>
                <a:cubicBezTo>
                  <a:pt x="1572577" y="814923"/>
                  <a:pt x="1540073" y="777775"/>
                  <a:pt x="1508343" y="738306"/>
                </a:cubicBezTo>
                <a:cubicBezTo>
                  <a:pt x="1479708" y="701932"/>
                  <a:pt x="1438691" y="677941"/>
                  <a:pt x="1399996" y="653950"/>
                </a:cubicBezTo>
                <a:cubicBezTo>
                  <a:pt x="1356657" y="626864"/>
                  <a:pt x="1300936" y="623768"/>
                  <a:pt x="1258371" y="593586"/>
                </a:cubicBezTo>
                <a:cubicBezTo>
                  <a:pt x="1218902" y="566499"/>
                  <a:pt x="1163181" y="575786"/>
                  <a:pt x="1114425" y="575012"/>
                </a:cubicBezTo>
                <a:cubicBezTo>
                  <a:pt x="1040903" y="574238"/>
                  <a:pt x="973574" y="605194"/>
                  <a:pt x="902374" y="616803"/>
                </a:cubicBezTo>
                <a:cubicBezTo>
                  <a:pt x="830401" y="628411"/>
                  <a:pt x="754558" y="671750"/>
                  <a:pt x="720506" y="738306"/>
                </a:cubicBezTo>
                <a:cubicBezTo>
                  <a:pt x="699611" y="778549"/>
                  <a:pt x="667881" y="810279"/>
                  <a:pt x="637698" y="842783"/>
                </a:cubicBezTo>
                <a:cubicBezTo>
                  <a:pt x="602872" y="883027"/>
                  <a:pt x="586620" y="937200"/>
                  <a:pt x="575786" y="989826"/>
                </a:cubicBezTo>
                <a:cubicBezTo>
                  <a:pt x="565725" y="1036260"/>
                  <a:pt x="556438" y="1083468"/>
                  <a:pt x="557212" y="1132224"/>
                </a:cubicBezTo>
                <a:cubicBezTo>
                  <a:pt x="458926" y="1135320"/>
                  <a:pt x="355996" y="1099720"/>
                  <a:pt x="263128" y="1132224"/>
                </a:cubicBezTo>
                <a:cubicBezTo>
                  <a:pt x="180320" y="1160859"/>
                  <a:pt x="87451" y="1139963"/>
                  <a:pt x="0" y="1132224"/>
                </a:cubicBezTo>
              </a:path>
            </a:pathLst>
          </a:custGeom>
          <a:noFill/>
          <a:ln w="2321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0004" y="847249"/>
            <a:ext cx="2063234" cy="46434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Shantell Sans"/>
              </a:rPr>
              <a:t>Цикл оптимизации
маршрута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4705" y="1496556"/>
            <a:ext cx="1185531" cy="3714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Shantell Sans"/>
              </a:rPr>
              <a:t>Оптимизация
маршрута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6180" y="1775163"/>
            <a:ext cx="1199268" cy="3714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Shantell Sans"/>
              </a:rPr>
              <a:t>Добавление
нового заказа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166" y="2017395"/>
            <a:ext cx="1516562" cy="4179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Shantell Sans"/>
              </a:rPr>
              <a:t>Маршрут оптимизирован
для повышения
эффективности.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9159" y="2226350"/>
            <a:ext cx="1333339" cy="2786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Shantell Sans"/>
              </a:rPr>
              <a:t>В маршрут будет
добавлен новый заказ.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3022" y="2850892"/>
            <a:ext cx="105638" cy="2786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6180" y="2850892"/>
            <a:ext cx="162520" cy="2786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4542" y="4522530"/>
            <a:ext cx="162520" cy="2786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0049" y="4526399"/>
            <a:ext cx="162520" cy="2786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7595" y="5118438"/>
            <a:ext cx="1036453" cy="3714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Shantell Sans"/>
              </a:rPr>
              <a:t>Реализация
маршрута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0897" y="5118438"/>
            <a:ext cx="1453101" cy="3714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Shantell Sans"/>
              </a:rPr>
              <a:t>Повторный
расчет маршрута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19491" y="5592842"/>
            <a:ext cx="1172560" cy="4179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Shantell Sans"/>
              </a:rPr>
              <a:t>Реализован
оптимизированный
маршрут.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732" y="5592842"/>
            <a:ext cx="1227415" cy="4179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Shantell Sans"/>
              </a:rPr>
              <a:t>Маршрут будет
пересчитан с учетом
нового заказа.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