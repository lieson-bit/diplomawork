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1722846" y="2397833"/>
            <a:ext cx="1169851" cy="1471747"/>
            <a:chOff x="603794" y="1981200"/>
            <a:chExt cx="1169851" cy="1471747"/>
          </a:xfrm>
        </p:grpSpPr>
        <p:sp>
          <p:nvSpPr>
            <p:cNvPr id="2" name="Rounded Rectangle 1"/>
            <p:cNvSpPr/>
            <p:nvPr/>
          </p:nvSpPr>
          <p:spPr>
            <a:xfrm>
              <a:off x="603794" y="2434045"/>
              <a:ext cx="1169851" cy="1018902"/>
            </a:xfrm>
            <a:custGeom>
              <a:avLst/>
              <a:gdLst/>
              <a:ahLst/>
              <a:cxnLst/>
              <a:rect l="0" t="0" r="0" b="0"/>
              <a:pathLst>
                <a:path w="1169851" h="1018902">
                  <a:moveTo>
                    <a:pt x="585812" y="349068"/>
                  </a:moveTo>
                  <a:cubicBezTo>
                    <a:pt x="602898" y="349068"/>
                    <a:pt x="617285" y="351436"/>
                    <a:pt x="628993" y="357389"/>
                  </a:cubicBezTo>
                  <a:cubicBezTo>
                    <a:pt x="640691" y="363342"/>
                    <a:pt x="649541" y="371805"/>
                    <a:pt x="655541" y="382758"/>
                  </a:cubicBezTo>
                  <a:cubicBezTo>
                    <a:pt x="661550" y="393570"/>
                    <a:pt x="664551" y="406410"/>
                    <a:pt x="664551" y="421288"/>
                  </a:cubicBezTo>
                  <a:cubicBezTo>
                    <a:pt x="664551" y="436014"/>
                    <a:pt x="661550" y="448939"/>
                    <a:pt x="655541" y="460062"/>
                  </a:cubicBezTo>
                  <a:cubicBezTo>
                    <a:pt x="649541" y="471016"/>
                    <a:pt x="640691" y="479563"/>
                    <a:pt x="628993" y="485667"/>
                  </a:cubicBezTo>
                  <a:cubicBezTo>
                    <a:pt x="617445" y="491781"/>
                    <a:pt x="602171" y="495300"/>
                    <a:pt x="584925" y="495300"/>
                  </a:cubicBezTo>
                  <a:lnTo>
                    <a:pt x="528320" y="495300"/>
                  </a:lnTo>
                  <a:lnTo>
                    <a:pt x="528320" y="349068"/>
                  </a:lnTo>
                  <a:lnTo>
                    <a:pt x="585812" y="349068"/>
                  </a:lnTo>
                  <a:moveTo>
                    <a:pt x="1169851" y="509451"/>
                  </a:moveTo>
                  <a:lnTo>
                    <a:pt x="877388" y="1018902"/>
                  </a:lnTo>
                  <a:lnTo>
                    <a:pt x="292462" y="1018902"/>
                  </a:lnTo>
                  <a:lnTo>
                    <a:pt x="0" y="509451"/>
                  </a:lnTo>
                  <a:lnTo>
                    <a:pt x="292462" y="0"/>
                  </a:lnTo>
                  <a:lnTo>
                    <a:pt x="877388" y="0"/>
                  </a:lnTo>
                  <a:lnTo>
                    <a:pt x="1169851" y="509451"/>
                  </a:lnTo>
                  <a:moveTo>
                    <a:pt x="433694" y="254725"/>
                  </a:moveTo>
                  <a:cubicBezTo>
                    <a:pt x="423429" y="254725"/>
                    <a:pt x="415108" y="263188"/>
                    <a:pt x="415108" y="273632"/>
                  </a:cubicBezTo>
                  <a:lnTo>
                    <a:pt x="415108" y="716967"/>
                  </a:lnTo>
                  <a:cubicBezTo>
                    <a:pt x="415108" y="727411"/>
                    <a:pt x="423429" y="735874"/>
                    <a:pt x="433694" y="735874"/>
                  </a:cubicBezTo>
                  <a:lnTo>
                    <a:pt x="509451" y="735874"/>
                  </a:lnTo>
                  <a:cubicBezTo>
                    <a:pt x="519715" y="735874"/>
                    <a:pt x="528320" y="727449"/>
                    <a:pt x="528320" y="717005"/>
                  </a:cubicBezTo>
                  <a:lnTo>
                    <a:pt x="528320" y="584925"/>
                  </a:lnTo>
                  <a:lnTo>
                    <a:pt x="607049" y="586454"/>
                  </a:lnTo>
                  <a:cubicBezTo>
                    <a:pt x="643229" y="586454"/>
                    <a:pt x="674485" y="579633"/>
                    <a:pt x="700816" y="566009"/>
                  </a:cubicBezTo>
                  <a:cubicBezTo>
                    <a:pt x="727147" y="552386"/>
                    <a:pt x="747402" y="533197"/>
                    <a:pt x="761573" y="508460"/>
                  </a:cubicBezTo>
                  <a:cubicBezTo>
                    <a:pt x="775894" y="483554"/>
                    <a:pt x="783045" y="454496"/>
                    <a:pt x="783045" y="421288"/>
                  </a:cubicBezTo>
                  <a:cubicBezTo>
                    <a:pt x="783045" y="388249"/>
                    <a:pt x="776045" y="359267"/>
                    <a:pt x="762026" y="334360"/>
                  </a:cubicBezTo>
                  <a:cubicBezTo>
                    <a:pt x="748016" y="309303"/>
                    <a:pt x="728072" y="289811"/>
                    <a:pt x="702212" y="275867"/>
                  </a:cubicBezTo>
                  <a:cubicBezTo>
                    <a:pt x="676494" y="261773"/>
                    <a:pt x="645927" y="254725"/>
                    <a:pt x="610511" y="254725"/>
                  </a:cubicBezTo>
                  <a:lnTo>
                    <a:pt x="433694" y="25472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132114" y="1981200"/>
              <a:ext cx="113211" cy="113211"/>
            </a:xfrm>
            <a:custGeom>
              <a:avLst/>
              <a:gdLst/>
              <a:ahLst/>
              <a:cxnLst/>
              <a:rect l="0" t="0" r="0" b="0"/>
              <a:pathLst>
                <a:path w="113211" h="113211">
                  <a:moveTo>
                    <a:pt x="0" y="56605"/>
                  </a:moveTo>
                  <a:cubicBezTo>
                    <a:pt x="0" y="87870"/>
                    <a:pt x="25340" y="113211"/>
                    <a:pt x="56605" y="113211"/>
                  </a:cubicBezTo>
                  <a:cubicBezTo>
                    <a:pt x="87870" y="113211"/>
                    <a:pt x="113211" y="87870"/>
                    <a:pt x="113211" y="56605"/>
                  </a:cubicBezTo>
                  <a:cubicBezTo>
                    <a:pt x="113211" y="25340"/>
                    <a:pt x="87870" y="0"/>
                    <a:pt x="56605" y="0"/>
                  </a:cubicBezTo>
                  <a:cubicBezTo>
                    <a:pt x="25340" y="0"/>
                    <a:pt x="0" y="25340"/>
                    <a:pt x="0" y="566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1722846" y="2834640"/>
            <a:ext cx="1169851" cy="1048149"/>
          </a:xfrm>
          <a:custGeom>
            <a:avLst/>
            <a:gdLst/>
            <a:ahLst/>
            <a:cxnLst/>
            <a:rect l="0" t="0" r="0" b="0"/>
            <a:pathLst>
              <a:path w="1169851" h="1048149">
                <a:moveTo>
                  <a:pt x="585810" y="365106"/>
                </a:moveTo>
                <a:lnTo>
                  <a:pt x="528320" y="365106"/>
                </a:lnTo>
                <a:lnTo>
                  <a:pt x="528320" y="511338"/>
                </a:lnTo>
                <a:lnTo>
                  <a:pt x="584925" y="511338"/>
                </a:lnTo>
                <a:cubicBezTo>
                  <a:pt x="602170" y="511338"/>
                  <a:pt x="617443" y="507818"/>
                  <a:pt x="628992" y="501710"/>
                </a:cubicBezTo>
                <a:cubicBezTo>
                  <a:pt x="640692" y="495602"/>
                  <a:pt x="649539" y="487059"/>
                  <a:pt x="655545" y="476097"/>
                </a:cubicBezTo>
                <a:cubicBezTo>
                  <a:pt x="661550" y="464977"/>
                  <a:pt x="664554" y="452051"/>
                  <a:pt x="664554" y="437329"/>
                </a:cubicBezTo>
                <a:cubicBezTo>
                  <a:pt x="664554" y="422450"/>
                  <a:pt x="661550" y="409605"/>
                  <a:pt x="655545" y="398799"/>
                </a:cubicBezTo>
                <a:cubicBezTo>
                  <a:pt x="649540" y="387838"/>
                  <a:pt x="640691" y="379377"/>
                  <a:pt x="628992" y="373426"/>
                </a:cubicBezTo>
                <a:cubicBezTo>
                  <a:pt x="617290" y="367474"/>
                  <a:pt x="602901" y="365106"/>
                  <a:pt x="585810" y="365106"/>
                </a:cubicBezTo>
                <a:close/>
                <a:moveTo>
                  <a:pt x="1169851" y="525489"/>
                </a:moveTo>
                <a:lnTo>
                  <a:pt x="877388" y="16038"/>
                </a:lnTo>
                <a:lnTo>
                  <a:pt x="292462" y="16038"/>
                </a:lnTo>
                <a:lnTo>
                  <a:pt x="0" y="525489"/>
                </a:lnTo>
                <a:lnTo>
                  <a:pt x="292462" y="1034941"/>
                </a:lnTo>
                <a:lnTo>
                  <a:pt x="877388" y="1034941"/>
                </a:lnTo>
                <a:close/>
                <a:moveTo>
                  <a:pt x="433691" y="270763"/>
                </a:moveTo>
                <a:lnTo>
                  <a:pt x="610510" y="270763"/>
                </a:lnTo>
                <a:cubicBezTo>
                  <a:pt x="645924" y="270764"/>
                  <a:pt x="676495" y="277812"/>
                  <a:pt x="702208" y="291908"/>
                </a:cubicBezTo>
                <a:cubicBezTo>
                  <a:pt x="728075" y="305847"/>
                  <a:pt x="748019" y="325345"/>
                  <a:pt x="762030" y="350402"/>
                </a:cubicBezTo>
                <a:cubicBezTo>
                  <a:pt x="776041" y="375304"/>
                  <a:pt x="783045" y="404283"/>
                  <a:pt x="783045" y="437329"/>
                </a:cubicBezTo>
                <a:cubicBezTo>
                  <a:pt x="783045" y="470532"/>
                  <a:pt x="775889" y="499591"/>
                  <a:pt x="761569" y="524494"/>
                </a:cubicBezTo>
                <a:cubicBezTo>
                  <a:pt x="747403" y="549239"/>
                  <a:pt x="727147" y="568423"/>
                  <a:pt x="700818" y="582049"/>
                </a:cubicBezTo>
                <a:cubicBezTo>
                  <a:pt x="674488" y="595674"/>
                  <a:pt x="643230" y="602493"/>
                  <a:pt x="607046" y="602493"/>
                </a:cubicBezTo>
                <a:lnTo>
                  <a:pt x="528320" y="600963"/>
                </a:lnTo>
                <a:lnTo>
                  <a:pt x="528320" y="733043"/>
                </a:lnTo>
                <a:cubicBezTo>
                  <a:pt x="528320" y="743483"/>
                  <a:pt x="519714" y="751912"/>
                  <a:pt x="509451" y="751912"/>
                </a:cubicBezTo>
                <a:lnTo>
                  <a:pt x="433691" y="751912"/>
                </a:lnTo>
                <a:cubicBezTo>
                  <a:pt x="423428" y="751912"/>
                  <a:pt x="415108" y="743446"/>
                  <a:pt x="415108" y="733007"/>
                </a:cubicBezTo>
                <a:lnTo>
                  <a:pt x="415108" y="289669"/>
                </a:lnTo>
                <a:cubicBezTo>
                  <a:pt x="415108" y="279230"/>
                  <a:pt x="423428" y="270763"/>
                  <a:pt x="433691" y="270763"/>
                </a:cubicBezTo>
                <a:close/>
                <a:moveTo>
                  <a:pt x="585869" y="365106"/>
                </a:moveTo>
                <a:cubicBezTo>
                  <a:pt x="602850" y="366993"/>
                  <a:pt x="618889" y="365106"/>
                  <a:pt x="629266" y="373597"/>
                </a:cubicBezTo>
                <a:cubicBezTo>
                  <a:pt x="638701" y="382088"/>
                  <a:pt x="650022" y="387749"/>
                  <a:pt x="655682" y="399070"/>
                </a:cubicBezTo>
                <a:cubicBezTo>
                  <a:pt x="660400" y="410391"/>
                  <a:pt x="664173" y="422656"/>
                  <a:pt x="664173" y="437750"/>
                </a:cubicBezTo>
                <a:cubicBezTo>
                  <a:pt x="664173" y="451902"/>
                  <a:pt x="661343" y="465110"/>
                  <a:pt x="655682" y="476431"/>
                </a:cubicBezTo>
                <a:cubicBezTo>
                  <a:pt x="650022" y="486809"/>
                  <a:pt x="637757" y="491526"/>
                  <a:pt x="629266" y="501903"/>
                </a:cubicBezTo>
                <a:cubicBezTo>
                  <a:pt x="620776" y="511338"/>
                  <a:pt x="601907" y="507564"/>
                  <a:pt x="584925" y="511338"/>
                </a:cubicBezTo>
                <a:cubicBezTo>
                  <a:pt x="566057" y="515111"/>
                  <a:pt x="547188" y="514168"/>
                  <a:pt x="528320" y="511338"/>
                </a:cubicBezTo>
                <a:cubicBezTo>
                  <a:pt x="540584" y="464166"/>
                  <a:pt x="540584" y="412278"/>
                  <a:pt x="528320" y="365106"/>
                </a:cubicBezTo>
                <a:cubicBezTo>
                  <a:pt x="547188" y="366050"/>
                  <a:pt x="567000" y="364163"/>
                  <a:pt x="585869" y="365106"/>
                </a:cubicBezTo>
                <a:moveTo>
                  <a:pt x="1169851" y="525489"/>
                </a:moveTo>
                <a:cubicBezTo>
                  <a:pt x="1079282" y="699080"/>
                  <a:pt x="971731" y="863237"/>
                  <a:pt x="877388" y="1034941"/>
                </a:cubicBezTo>
                <a:cubicBezTo>
                  <a:pt x="683042" y="1045318"/>
                  <a:pt x="487752" y="1040601"/>
                  <a:pt x="292462" y="1034941"/>
                </a:cubicBezTo>
                <a:cubicBezTo>
                  <a:pt x="199063" y="863237"/>
                  <a:pt x="97173" y="695306"/>
                  <a:pt x="0" y="525489"/>
                </a:cubicBezTo>
                <a:cubicBezTo>
                  <a:pt x="95286" y="353785"/>
                  <a:pt x="191515" y="183968"/>
                  <a:pt x="292462" y="16038"/>
                </a:cubicBezTo>
                <a:cubicBezTo>
                  <a:pt x="486809" y="0"/>
                  <a:pt x="682098" y="16038"/>
                  <a:pt x="877388" y="16038"/>
                </a:cubicBezTo>
                <a:cubicBezTo>
                  <a:pt x="971731" y="187742"/>
                  <a:pt x="1072678" y="355672"/>
                  <a:pt x="1169851" y="525489"/>
                </a:cubicBezTo>
                <a:moveTo>
                  <a:pt x="433977" y="270763"/>
                </a:moveTo>
                <a:cubicBezTo>
                  <a:pt x="423599" y="269820"/>
                  <a:pt x="415108" y="279254"/>
                  <a:pt x="415108" y="289632"/>
                </a:cubicBezTo>
                <a:cubicBezTo>
                  <a:pt x="420769" y="437750"/>
                  <a:pt x="416995" y="584925"/>
                  <a:pt x="415108" y="733043"/>
                </a:cubicBezTo>
                <a:cubicBezTo>
                  <a:pt x="415108" y="743421"/>
                  <a:pt x="423599" y="749082"/>
                  <a:pt x="433977" y="751912"/>
                </a:cubicBezTo>
                <a:cubicBezTo>
                  <a:pt x="457562" y="758516"/>
                  <a:pt x="483978" y="750025"/>
                  <a:pt x="509451" y="751912"/>
                </a:cubicBezTo>
                <a:cubicBezTo>
                  <a:pt x="519829" y="752856"/>
                  <a:pt x="529263" y="743421"/>
                  <a:pt x="528320" y="733043"/>
                </a:cubicBezTo>
                <a:cubicBezTo>
                  <a:pt x="525489" y="688702"/>
                  <a:pt x="530206" y="645305"/>
                  <a:pt x="528320" y="600963"/>
                </a:cubicBezTo>
                <a:cubicBezTo>
                  <a:pt x="554736" y="597190"/>
                  <a:pt x="581152" y="606624"/>
                  <a:pt x="606624" y="602850"/>
                </a:cubicBezTo>
                <a:cubicBezTo>
                  <a:pt x="643418" y="598133"/>
                  <a:pt x="681155" y="603794"/>
                  <a:pt x="700967" y="582095"/>
                </a:cubicBezTo>
                <a:cubicBezTo>
                  <a:pt x="720779" y="560396"/>
                  <a:pt x="753799" y="551905"/>
                  <a:pt x="761346" y="524546"/>
                </a:cubicBezTo>
                <a:cubicBezTo>
                  <a:pt x="768894" y="497186"/>
                  <a:pt x="779272" y="470770"/>
                  <a:pt x="783045" y="437750"/>
                </a:cubicBezTo>
                <a:cubicBezTo>
                  <a:pt x="786819" y="404730"/>
                  <a:pt x="771724" y="377371"/>
                  <a:pt x="762290" y="350011"/>
                </a:cubicBezTo>
                <a:cubicBezTo>
                  <a:pt x="751912" y="323596"/>
                  <a:pt x="730213" y="299066"/>
                  <a:pt x="701910" y="291519"/>
                </a:cubicBezTo>
                <a:cubicBezTo>
                  <a:pt x="679268" y="273594"/>
                  <a:pt x="645305" y="266990"/>
                  <a:pt x="610398" y="270763"/>
                </a:cubicBezTo>
                <a:cubicBezTo>
                  <a:pt x="551905" y="276424"/>
                  <a:pt x="492469" y="277367"/>
                  <a:pt x="433977" y="270763"/>
                </a:cubicBezTo>
                <a:moveTo>
                  <a:pt x="585869" y="365106"/>
                </a:moveTo>
                <a:cubicBezTo>
                  <a:pt x="602850" y="368880"/>
                  <a:pt x="619832" y="363220"/>
                  <a:pt x="629266" y="373597"/>
                </a:cubicBezTo>
                <a:cubicBezTo>
                  <a:pt x="637757" y="383031"/>
                  <a:pt x="650022" y="387749"/>
                  <a:pt x="655682" y="399070"/>
                </a:cubicBezTo>
                <a:cubicBezTo>
                  <a:pt x="661343" y="409447"/>
                  <a:pt x="667003" y="422656"/>
                  <a:pt x="664173" y="437750"/>
                </a:cubicBezTo>
                <a:cubicBezTo>
                  <a:pt x="662286" y="451902"/>
                  <a:pt x="658513" y="464166"/>
                  <a:pt x="655682" y="476431"/>
                </a:cubicBezTo>
                <a:cubicBezTo>
                  <a:pt x="652852" y="488696"/>
                  <a:pt x="640588" y="496243"/>
                  <a:pt x="629266" y="501903"/>
                </a:cubicBezTo>
                <a:cubicBezTo>
                  <a:pt x="617002" y="507564"/>
                  <a:pt x="600964" y="504734"/>
                  <a:pt x="584925" y="511338"/>
                </a:cubicBezTo>
                <a:cubicBezTo>
                  <a:pt x="567000" y="517942"/>
                  <a:pt x="546245" y="504734"/>
                  <a:pt x="528320" y="511338"/>
                </a:cubicBezTo>
                <a:cubicBezTo>
                  <a:pt x="520772" y="463223"/>
                  <a:pt x="521716" y="413221"/>
                  <a:pt x="528320" y="365106"/>
                </a:cubicBezTo>
                <a:cubicBezTo>
                  <a:pt x="546245" y="371710"/>
                  <a:pt x="567000" y="366993"/>
                  <a:pt x="585869" y="365106"/>
                </a:cubicBezTo>
                <a:moveTo>
                  <a:pt x="1169851" y="525489"/>
                </a:moveTo>
                <a:cubicBezTo>
                  <a:pt x="1129284" y="493413"/>
                  <a:pt x="1114189" y="437750"/>
                  <a:pt x="1092490" y="390579"/>
                </a:cubicBezTo>
                <a:cubicBezTo>
                  <a:pt x="1073621" y="350011"/>
                  <a:pt x="1050036" y="312274"/>
                  <a:pt x="1025506" y="274537"/>
                </a:cubicBezTo>
                <a:cubicBezTo>
                  <a:pt x="1000034" y="233970"/>
                  <a:pt x="973618" y="192459"/>
                  <a:pt x="953806" y="148118"/>
                </a:cubicBezTo>
                <a:cubicBezTo>
                  <a:pt x="932107" y="101890"/>
                  <a:pt x="900030" y="61322"/>
                  <a:pt x="877388" y="16038"/>
                </a:cubicBezTo>
                <a:cubicBezTo>
                  <a:pt x="785876" y="42454"/>
                  <a:pt x="687759" y="14151"/>
                  <a:pt x="592473" y="16038"/>
                </a:cubicBezTo>
                <a:cubicBezTo>
                  <a:pt x="492469" y="18868"/>
                  <a:pt x="389636" y="37737"/>
                  <a:pt x="292462" y="16038"/>
                </a:cubicBezTo>
                <a:cubicBezTo>
                  <a:pt x="248121" y="73587"/>
                  <a:pt x="204724" y="134910"/>
                  <a:pt x="183968" y="204723"/>
                </a:cubicBezTo>
                <a:cubicBezTo>
                  <a:pt x="166043" y="264160"/>
                  <a:pt x="118871" y="310387"/>
                  <a:pt x="91512" y="366050"/>
                </a:cubicBezTo>
                <a:cubicBezTo>
                  <a:pt x="64153" y="421712"/>
                  <a:pt x="18868" y="466997"/>
                  <a:pt x="0" y="525489"/>
                </a:cubicBezTo>
                <a:cubicBezTo>
                  <a:pt x="48114" y="567943"/>
                  <a:pt x="65096" y="635870"/>
                  <a:pt x="95286" y="691533"/>
                </a:cubicBezTo>
                <a:cubicBezTo>
                  <a:pt x="125475" y="746251"/>
                  <a:pt x="173590" y="792480"/>
                  <a:pt x="187742" y="852859"/>
                </a:cubicBezTo>
                <a:cubicBezTo>
                  <a:pt x="203780" y="920786"/>
                  <a:pt x="256612" y="974561"/>
                  <a:pt x="292462" y="1034941"/>
                </a:cubicBezTo>
                <a:cubicBezTo>
                  <a:pt x="392466" y="1048149"/>
                  <a:pt x="494356" y="1034941"/>
                  <a:pt x="595303" y="1034941"/>
                </a:cubicBezTo>
                <a:cubicBezTo>
                  <a:pt x="689646" y="1034941"/>
                  <a:pt x="788706" y="1003807"/>
                  <a:pt x="877388" y="1034941"/>
                </a:cubicBezTo>
                <a:cubicBezTo>
                  <a:pt x="883992" y="984939"/>
                  <a:pt x="914182" y="937767"/>
                  <a:pt x="951919" y="904747"/>
                </a:cubicBezTo>
                <a:cubicBezTo>
                  <a:pt x="983996" y="877388"/>
                  <a:pt x="990600" y="831160"/>
                  <a:pt x="1014185" y="797197"/>
                </a:cubicBezTo>
                <a:cubicBezTo>
                  <a:pt x="1044375" y="753799"/>
                  <a:pt x="1062300" y="703797"/>
                  <a:pt x="1092490" y="660400"/>
                </a:cubicBezTo>
                <a:cubicBezTo>
                  <a:pt x="1121736" y="617945"/>
                  <a:pt x="1153813" y="574547"/>
                  <a:pt x="1169851" y="525489"/>
                </a:cubicBezTo>
                <a:moveTo>
                  <a:pt x="433977" y="270763"/>
                </a:moveTo>
                <a:cubicBezTo>
                  <a:pt x="423599" y="269820"/>
                  <a:pt x="415108" y="279254"/>
                  <a:pt x="415108" y="289632"/>
                </a:cubicBezTo>
                <a:cubicBezTo>
                  <a:pt x="412278" y="370767"/>
                  <a:pt x="409448" y="451902"/>
                  <a:pt x="415108" y="533037"/>
                </a:cubicBezTo>
                <a:cubicBezTo>
                  <a:pt x="419825" y="600020"/>
                  <a:pt x="395296" y="669834"/>
                  <a:pt x="415108" y="733043"/>
                </a:cubicBezTo>
                <a:cubicBezTo>
                  <a:pt x="417938" y="743421"/>
                  <a:pt x="423599" y="753799"/>
                  <a:pt x="433977" y="751912"/>
                </a:cubicBezTo>
                <a:cubicBezTo>
                  <a:pt x="458506" y="746251"/>
                  <a:pt x="485865" y="743421"/>
                  <a:pt x="509451" y="751912"/>
                </a:cubicBezTo>
                <a:cubicBezTo>
                  <a:pt x="518885" y="755686"/>
                  <a:pt x="531150" y="743421"/>
                  <a:pt x="528320" y="733043"/>
                </a:cubicBezTo>
                <a:cubicBezTo>
                  <a:pt x="516998" y="690589"/>
                  <a:pt x="518885" y="644361"/>
                  <a:pt x="528320" y="600963"/>
                </a:cubicBezTo>
                <a:cubicBezTo>
                  <a:pt x="553792" y="606624"/>
                  <a:pt x="581152" y="597190"/>
                  <a:pt x="606624" y="602850"/>
                </a:cubicBezTo>
                <a:cubicBezTo>
                  <a:pt x="642474" y="596246"/>
                  <a:pt x="676438" y="599077"/>
                  <a:pt x="700967" y="582095"/>
                </a:cubicBezTo>
                <a:cubicBezTo>
                  <a:pt x="725496" y="565113"/>
                  <a:pt x="739648" y="542471"/>
                  <a:pt x="761346" y="524546"/>
                </a:cubicBezTo>
                <a:cubicBezTo>
                  <a:pt x="783989" y="505677"/>
                  <a:pt x="789649" y="469827"/>
                  <a:pt x="783045" y="437750"/>
                </a:cubicBezTo>
                <a:cubicBezTo>
                  <a:pt x="776441" y="404730"/>
                  <a:pt x="774554" y="376427"/>
                  <a:pt x="762290" y="350011"/>
                </a:cubicBezTo>
                <a:cubicBezTo>
                  <a:pt x="750025" y="324539"/>
                  <a:pt x="731157" y="296236"/>
                  <a:pt x="701910" y="291519"/>
                </a:cubicBezTo>
                <a:cubicBezTo>
                  <a:pt x="680212" y="272650"/>
                  <a:pt x="645305" y="266046"/>
                  <a:pt x="610398" y="270763"/>
                </a:cubicBezTo>
                <a:cubicBezTo>
                  <a:pt x="551905" y="278311"/>
                  <a:pt x="492469" y="270763"/>
                  <a:pt x="433977" y="270763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56806" y="2386511"/>
            <a:ext cx="858520" cy="1209475"/>
          </a:xfrm>
          <a:custGeom>
            <a:avLst/>
            <a:gdLst/>
            <a:ahLst/>
            <a:cxnLst/>
            <a:rect l="0" t="0" r="0" b="0"/>
            <a:pathLst>
              <a:path w="858520" h="1209475">
                <a:moveTo>
                  <a:pt x="650965" y="124532"/>
                </a:moveTo>
                <a:lnTo>
                  <a:pt x="650965" y="407561"/>
                </a:lnTo>
                <a:lnTo>
                  <a:pt x="330200" y="407561"/>
                </a:lnTo>
                <a:lnTo>
                  <a:pt x="0" y="973618"/>
                </a:lnTo>
                <a:moveTo>
                  <a:pt x="594360" y="67926"/>
                </a:moveTo>
                <a:cubicBezTo>
                  <a:pt x="594360" y="36664"/>
                  <a:pt x="619703" y="11321"/>
                  <a:pt x="650965" y="11321"/>
                </a:cubicBezTo>
                <a:cubicBezTo>
                  <a:pt x="682228" y="11321"/>
                  <a:pt x="707571" y="36664"/>
                  <a:pt x="707571" y="67926"/>
                </a:cubicBezTo>
                <a:cubicBezTo>
                  <a:pt x="707571" y="99189"/>
                  <a:pt x="682228" y="124532"/>
                  <a:pt x="650965" y="124532"/>
                </a:cubicBezTo>
                <a:cubicBezTo>
                  <a:pt x="619703" y="124532"/>
                  <a:pt x="594360" y="99189"/>
                  <a:pt x="594360" y="67926"/>
                </a:cubicBezTo>
                <a:moveTo>
                  <a:pt x="676554" y="718892"/>
                </a:moveTo>
                <a:lnTo>
                  <a:pt x="499732" y="718892"/>
                </a:lnTo>
                <a:cubicBezTo>
                  <a:pt x="489468" y="718892"/>
                  <a:pt x="481148" y="727355"/>
                  <a:pt x="481148" y="737795"/>
                </a:cubicBezTo>
                <a:lnTo>
                  <a:pt x="481148" y="1181138"/>
                </a:lnTo>
                <a:cubicBezTo>
                  <a:pt x="481148" y="1191578"/>
                  <a:pt x="489468" y="1200041"/>
                  <a:pt x="499732" y="1200041"/>
                </a:cubicBezTo>
                <a:lnTo>
                  <a:pt x="575491" y="1200041"/>
                </a:lnTo>
                <a:cubicBezTo>
                  <a:pt x="585754" y="1200041"/>
                  <a:pt x="594360" y="1191611"/>
                  <a:pt x="594360" y="1181172"/>
                </a:cubicBezTo>
                <a:lnTo>
                  <a:pt x="594360" y="1049092"/>
                </a:lnTo>
                <a:lnTo>
                  <a:pt x="673088" y="1050622"/>
                </a:lnTo>
                <a:cubicBezTo>
                  <a:pt x="709272" y="1050622"/>
                  <a:pt x="740528" y="1043804"/>
                  <a:pt x="766858" y="1030179"/>
                </a:cubicBezTo>
                <a:cubicBezTo>
                  <a:pt x="793188" y="1016553"/>
                  <a:pt x="813442" y="997369"/>
                  <a:pt x="827607" y="972623"/>
                </a:cubicBezTo>
                <a:cubicBezTo>
                  <a:pt x="841927" y="947720"/>
                  <a:pt x="849085" y="918663"/>
                  <a:pt x="849085" y="885459"/>
                </a:cubicBezTo>
                <a:cubicBezTo>
                  <a:pt x="849085" y="852413"/>
                  <a:pt x="842081" y="823437"/>
                  <a:pt x="828070" y="798534"/>
                </a:cubicBezTo>
                <a:cubicBezTo>
                  <a:pt x="814059" y="773475"/>
                  <a:pt x="794114" y="753976"/>
                  <a:pt x="768246" y="740037"/>
                </a:cubicBezTo>
                <a:cubicBezTo>
                  <a:pt x="742533" y="725941"/>
                  <a:pt x="711968" y="718893"/>
                  <a:pt x="676554" y="718892"/>
                </a:cubicBezTo>
                <a:close/>
                <a:moveTo>
                  <a:pt x="594360" y="959466"/>
                </a:moveTo>
                <a:lnTo>
                  <a:pt x="594360" y="813235"/>
                </a:lnTo>
                <a:lnTo>
                  <a:pt x="651852" y="813235"/>
                </a:lnTo>
                <a:cubicBezTo>
                  <a:pt x="668943" y="813235"/>
                  <a:pt x="683327" y="815602"/>
                  <a:pt x="695029" y="821553"/>
                </a:cubicBezTo>
                <a:cubicBezTo>
                  <a:pt x="706730" y="827504"/>
                  <a:pt x="715583" y="835963"/>
                  <a:pt x="721588" y="846925"/>
                </a:cubicBezTo>
                <a:cubicBezTo>
                  <a:pt x="727593" y="857732"/>
                  <a:pt x="730598" y="870579"/>
                  <a:pt x="730598" y="885459"/>
                </a:cubicBezTo>
                <a:cubicBezTo>
                  <a:pt x="730598" y="900181"/>
                  <a:pt x="727593" y="913103"/>
                  <a:pt x="721588" y="924223"/>
                </a:cubicBezTo>
                <a:cubicBezTo>
                  <a:pt x="715583" y="935186"/>
                  <a:pt x="706731" y="943727"/>
                  <a:pt x="695029" y="949835"/>
                </a:cubicBezTo>
                <a:cubicBezTo>
                  <a:pt x="683480" y="955943"/>
                  <a:pt x="668210" y="959466"/>
                  <a:pt x="650965" y="959466"/>
                </a:cubicBezTo>
                <a:close/>
                <a:moveTo>
                  <a:pt x="650965" y="124532"/>
                </a:moveTo>
                <a:cubicBezTo>
                  <a:pt x="636814" y="217931"/>
                  <a:pt x="653796" y="313218"/>
                  <a:pt x="650965" y="407561"/>
                </a:cubicBezTo>
                <a:cubicBezTo>
                  <a:pt x="544358" y="408504"/>
                  <a:pt x="436807" y="416995"/>
                  <a:pt x="330200" y="407561"/>
                </a:cubicBezTo>
                <a:cubicBezTo>
                  <a:pt x="214158" y="592473"/>
                  <a:pt x="98116" y="778328"/>
                  <a:pt x="0" y="973618"/>
                </a:cubicBezTo>
                <a:moveTo>
                  <a:pt x="594360" y="67926"/>
                </a:moveTo>
                <a:cubicBezTo>
                  <a:pt x="584925" y="97173"/>
                  <a:pt x="619832" y="121702"/>
                  <a:pt x="650965" y="124532"/>
                </a:cubicBezTo>
                <a:cubicBezTo>
                  <a:pt x="682098" y="127362"/>
                  <a:pt x="708514" y="99060"/>
                  <a:pt x="707571" y="67926"/>
                </a:cubicBezTo>
                <a:cubicBezTo>
                  <a:pt x="706628" y="36793"/>
                  <a:pt x="680212" y="22642"/>
                  <a:pt x="650965" y="11321"/>
                </a:cubicBezTo>
                <a:cubicBezTo>
                  <a:pt x="621719" y="0"/>
                  <a:pt x="590586" y="36793"/>
                  <a:pt x="594360" y="67926"/>
                </a:cubicBezTo>
                <a:moveTo>
                  <a:pt x="676438" y="718892"/>
                </a:moveTo>
                <a:cubicBezTo>
                  <a:pt x="712288" y="719836"/>
                  <a:pt x="744365" y="722666"/>
                  <a:pt x="767950" y="739647"/>
                </a:cubicBezTo>
                <a:cubicBezTo>
                  <a:pt x="795310" y="750025"/>
                  <a:pt x="820782" y="770781"/>
                  <a:pt x="828330" y="798140"/>
                </a:cubicBezTo>
                <a:cubicBezTo>
                  <a:pt x="835877" y="826443"/>
                  <a:pt x="858520" y="853802"/>
                  <a:pt x="849085" y="885879"/>
                </a:cubicBezTo>
                <a:cubicBezTo>
                  <a:pt x="839651" y="917012"/>
                  <a:pt x="840594" y="947202"/>
                  <a:pt x="827386" y="972674"/>
                </a:cubicBezTo>
                <a:cubicBezTo>
                  <a:pt x="814178" y="998147"/>
                  <a:pt x="793423" y="1017016"/>
                  <a:pt x="767007" y="1030223"/>
                </a:cubicBezTo>
                <a:cubicBezTo>
                  <a:pt x="740591" y="1043431"/>
                  <a:pt x="708514" y="1043431"/>
                  <a:pt x="672664" y="1050979"/>
                </a:cubicBezTo>
                <a:cubicBezTo>
                  <a:pt x="648135" y="1059470"/>
                  <a:pt x="619832" y="1042488"/>
                  <a:pt x="594360" y="1049092"/>
                </a:cubicBezTo>
                <a:cubicBezTo>
                  <a:pt x="586812" y="1092490"/>
                  <a:pt x="586812" y="1137774"/>
                  <a:pt x="594360" y="1181172"/>
                </a:cubicBezTo>
                <a:cubicBezTo>
                  <a:pt x="596246" y="1191550"/>
                  <a:pt x="585869" y="1200984"/>
                  <a:pt x="575491" y="1200041"/>
                </a:cubicBezTo>
                <a:cubicBezTo>
                  <a:pt x="550018" y="1197210"/>
                  <a:pt x="523602" y="1209475"/>
                  <a:pt x="500017" y="1200041"/>
                </a:cubicBezTo>
                <a:cubicBezTo>
                  <a:pt x="490582" y="1196267"/>
                  <a:pt x="478318" y="1191550"/>
                  <a:pt x="481148" y="1181172"/>
                </a:cubicBezTo>
                <a:cubicBezTo>
                  <a:pt x="523602" y="1039658"/>
                  <a:pt x="471714" y="884936"/>
                  <a:pt x="481148" y="737761"/>
                </a:cubicBezTo>
                <a:cubicBezTo>
                  <a:pt x="482091" y="727383"/>
                  <a:pt x="489639" y="719836"/>
                  <a:pt x="500017" y="718892"/>
                </a:cubicBezTo>
                <a:cubicBezTo>
                  <a:pt x="558509" y="716062"/>
                  <a:pt x="619832" y="734930"/>
                  <a:pt x="676438" y="718892"/>
                </a:cubicBezTo>
                <a:moveTo>
                  <a:pt x="594360" y="959466"/>
                </a:moveTo>
                <a:cubicBezTo>
                  <a:pt x="613228" y="958523"/>
                  <a:pt x="633040" y="965127"/>
                  <a:pt x="650965" y="959466"/>
                </a:cubicBezTo>
                <a:cubicBezTo>
                  <a:pt x="667947" y="954749"/>
                  <a:pt x="685872" y="958523"/>
                  <a:pt x="695306" y="950032"/>
                </a:cubicBezTo>
                <a:cubicBezTo>
                  <a:pt x="704741" y="940598"/>
                  <a:pt x="718892" y="936824"/>
                  <a:pt x="721722" y="924560"/>
                </a:cubicBezTo>
                <a:cubicBezTo>
                  <a:pt x="724553" y="912295"/>
                  <a:pt x="726440" y="900030"/>
                  <a:pt x="730213" y="885879"/>
                </a:cubicBezTo>
                <a:cubicBezTo>
                  <a:pt x="734930" y="870784"/>
                  <a:pt x="729270" y="856633"/>
                  <a:pt x="721722" y="847198"/>
                </a:cubicBezTo>
                <a:cubicBezTo>
                  <a:pt x="714175" y="836821"/>
                  <a:pt x="703797" y="831160"/>
                  <a:pt x="695306" y="821726"/>
                </a:cubicBezTo>
                <a:cubicBezTo>
                  <a:pt x="685872" y="811348"/>
                  <a:pt x="667947" y="817952"/>
                  <a:pt x="651909" y="813235"/>
                </a:cubicBezTo>
                <a:cubicBezTo>
                  <a:pt x="633040" y="808518"/>
                  <a:pt x="612285" y="818896"/>
                  <a:pt x="594360" y="813235"/>
                </a:cubicBezTo>
                <a:cubicBezTo>
                  <a:pt x="591529" y="862293"/>
                  <a:pt x="603794" y="911351"/>
                  <a:pt x="594360" y="959466"/>
                </a:cubicBezTo>
                <a:moveTo>
                  <a:pt x="0" y="973618"/>
                </a:moveTo>
                <a:cubicBezTo>
                  <a:pt x="28302" y="928333"/>
                  <a:pt x="57549" y="883049"/>
                  <a:pt x="80191" y="834934"/>
                </a:cubicBezTo>
                <a:cubicBezTo>
                  <a:pt x="102833" y="789649"/>
                  <a:pt x="118871" y="737761"/>
                  <a:pt x="156609" y="704741"/>
                </a:cubicBezTo>
                <a:cubicBezTo>
                  <a:pt x="200950" y="666060"/>
                  <a:pt x="230196" y="609454"/>
                  <a:pt x="245291" y="552849"/>
                </a:cubicBezTo>
                <a:cubicBezTo>
                  <a:pt x="259442" y="499073"/>
                  <a:pt x="304727" y="457562"/>
                  <a:pt x="330200" y="407561"/>
                </a:cubicBezTo>
                <a:cubicBezTo>
                  <a:pt x="436807" y="417938"/>
                  <a:pt x="549075" y="376427"/>
                  <a:pt x="650965" y="407561"/>
                </a:cubicBezTo>
                <a:cubicBezTo>
                  <a:pt x="625493" y="316991"/>
                  <a:pt x="663230" y="217931"/>
                  <a:pt x="650965" y="124532"/>
                </a:cubicBezTo>
                <a:moveTo>
                  <a:pt x="594360" y="67926"/>
                </a:moveTo>
                <a:cubicBezTo>
                  <a:pt x="601907" y="98116"/>
                  <a:pt x="619832" y="127362"/>
                  <a:pt x="650965" y="124532"/>
                </a:cubicBezTo>
                <a:cubicBezTo>
                  <a:pt x="682098" y="121702"/>
                  <a:pt x="715118" y="98116"/>
                  <a:pt x="707571" y="67926"/>
                </a:cubicBezTo>
                <a:cubicBezTo>
                  <a:pt x="700023" y="37737"/>
                  <a:pt x="681155" y="2830"/>
                  <a:pt x="650965" y="11321"/>
                </a:cubicBezTo>
                <a:cubicBezTo>
                  <a:pt x="620776" y="19811"/>
                  <a:pt x="583982" y="38680"/>
                  <a:pt x="594360" y="67926"/>
                </a:cubicBezTo>
                <a:moveTo>
                  <a:pt x="676438" y="718892"/>
                </a:moveTo>
                <a:cubicBezTo>
                  <a:pt x="711345" y="716062"/>
                  <a:pt x="739648" y="733987"/>
                  <a:pt x="767950" y="739647"/>
                </a:cubicBezTo>
                <a:cubicBezTo>
                  <a:pt x="794366" y="753799"/>
                  <a:pt x="815122" y="772667"/>
                  <a:pt x="828330" y="798140"/>
                </a:cubicBezTo>
                <a:cubicBezTo>
                  <a:pt x="840594" y="823613"/>
                  <a:pt x="841538" y="853802"/>
                  <a:pt x="849085" y="885879"/>
                </a:cubicBezTo>
                <a:cubicBezTo>
                  <a:pt x="856633" y="917956"/>
                  <a:pt x="836821" y="945315"/>
                  <a:pt x="827386" y="972674"/>
                </a:cubicBezTo>
                <a:cubicBezTo>
                  <a:pt x="818896" y="1000034"/>
                  <a:pt x="794366" y="1018902"/>
                  <a:pt x="767007" y="1030223"/>
                </a:cubicBezTo>
                <a:cubicBezTo>
                  <a:pt x="739648" y="1041545"/>
                  <a:pt x="709458" y="1055696"/>
                  <a:pt x="672664" y="1050979"/>
                </a:cubicBezTo>
                <a:cubicBezTo>
                  <a:pt x="648135" y="1042488"/>
                  <a:pt x="618889" y="1057583"/>
                  <a:pt x="594360" y="1049092"/>
                </a:cubicBezTo>
                <a:cubicBezTo>
                  <a:pt x="595303" y="1093433"/>
                  <a:pt x="609454" y="1139661"/>
                  <a:pt x="594360" y="1181172"/>
                </a:cubicBezTo>
                <a:cubicBezTo>
                  <a:pt x="590586" y="1190606"/>
                  <a:pt x="585869" y="1198154"/>
                  <a:pt x="575491" y="1200041"/>
                </a:cubicBezTo>
                <a:cubicBezTo>
                  <a:pt x="550962" y="1204758"/>
                  <a:pt x="524546" y="1201927"/>
                  <a:pt x="500017" y="1200041"/>
                </a:cubicBezTo>
                <a:cubicBezTo>
                  <a:pt x="489639" y="1199097"/>
                  <a:pt x="483035" y="1191550"/>
                  <a:pt x="481148" y="1181172"/>
                </a:cubicBezTo>
                <a:cubicBezTo>
                  <a:pt x="470770" y="1131170"/>
                  <a:pt x="462280" y="1076451"/>
                  <a:pt x="481148" y="1029280"/>
                </a:cubicBezTo>
                <a:cubicBezTo>
                  <a:pt x="499073" y="984939"/>
                  <a:pt x="464166" y="931163"/>
                  <a:pt x="481148" y="886822"/>
                </a:cubicBezTo>
                <a:cubicBezTo>
                  <a:pt x="498130" y="839651"/>
                  <a:pt x="490582" y="786819"/>
                  <a:pt x="481148" y="737761"/>
                </a:cubicBezTo>
                <a:cubicBezTo>
                  <a:pt x="479261" y="727383"/>
                  <a:pt x="489639" y="716062"/>
                  <a:pt x="500017" y="718892"/>
                </a:cubicBezTo>
                <a:cubicBezTo>
                  <a:pt x="556622" y="735874"/>
                  <a:pt x="617945" y="718892"/>
                  <a:pt x="676438" y="718892"/>
                </a:cubicBezTo>
                <a:moveTo>
                  <a:pt x="594360" y="959466"/>
                </a:moveTo>
                <a:cubicBezTo>
                  <a:pt x="612285" y="964183"/>
                  <a:pt x="633040" y="966070"/>
                  <a:pt x="650965" y="959466"/>
                </a:cubicBezTo>
                <a:cubicBezTo>
                  <a:pt x="667004" y="952862"/>
                  <a:pt x="683985" y="956636"/>
                  <a:pt x="695306" y="950032"/>
                </a:cubicBezTo>
                <a:cubicBezTo>
                  <a:pt x="705684" y="942485"/>
                  <a:pt x="716062" y="934937"/>
                  <a:pt x="721722" y="924560"/>
                </a:cubicBezTo>
                <a:cubicBezTo>
                  <a:pt x="727383" y="913238"/>
                  <a:pt x="729270" y="900030"/>
                  <a:pt x="730213" y="885879"/>
                </a:cubicBezTo>
                <a:cubicBezTo>
                  <a:pt x="731157" y="870784"/>
                  <a:pt x="730213" y="854746"/>
                  <a:pt x="721722" y="847198"/>
                </a:cubicBezTo>
                <a:cubicBezTo>
                  <a:pt x="712288" y="838707"/>
                  <a:pt x="704741" y="830217"/>
                  <a:pt x="695306" y="821726"/>
                </a:cubicBezTo>
                <a:cubicBezTo>
                  <a:pt x="684929" y="813235"/>
                  <a:pt x="667947" y="808518"/>
                  <a:pt x="651909" y="813235"/>
                </a:cubicBezTo>
                <a:cubicBezTo>
                  <a:pt x="633040" y="818896"/>
                  <a:pt x="613228" y="811348"/>
                  <a:pt x="594360" y="813235"/>
                </a:cubicBezTo>
                <a:cubicBezTo>
                  <a:pt x="606624" y="860406"/>
                  <a:pt x="600964" y="911351"/>
                  <a:pt x="594360" y="959466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2628537" y="3473341"/>
            <a:ext cx="1169851" cy="1471748"/>
            <a:chOff x="1509485" y="3056708"/>
            <a:chExt cx="1169851" cy="1471748"/>
          </a:xfrm>
        </p:grpSpPr>
        <p:sp>
          <p:nvSpPr>
            <p:cNvPr id="7" name="Rounded Rectangle 6"/>
            <p:cNvSpPr/>
            <p:nvPr/>
          </p:nvSpPr>
          <p:spPr>
            <a:xfrm>
              <a:off x="1509485" y="3056708"/>
              <a:ext cx="1169851" cy="1018902"/>
            </a:xfrm>
            <a:custGeom>
              <a:avLst/>
              <a:gdLst/>
              <a:ahLst/>
              <a:cxnLst/>
              <a:rect l="0" t="0" r="0" b="0"/>
              <a:pathLst>
                <a:path w="1169851" h="1018902">
                  <a:moveTo>
                    <a:pt x="1169851" y="509451"/>
                  </a:moveTo>
                  <a:lnTo>
                    <a:pt x="877388" y="1018902"/>
                  </a:lnTo>
                  <a:lnTo>
                    <a:pt x="292462" y="1018902"/>
                  </a:lnTo>
                  <a:lnTo>
                    <a:pt x="0" y="509451"/>
                  </a:lnTo>
                  <a:lnTo>
                    <a:pt x="292462" y="0"/>
                  </a:lnTo>
                  <a:lnTo>
                    <a:pt x="877388" y="0"/>
                  </a:lnTo>
                  <a:lnTo>
                    <a:pt x="1169851" y="509451"/>
                  </a:lnTo>
                  <a:moveTo>
                    <a:pt x="415108" y="273594"/>
                  </a:moveTo>
                  <a:cubicBezTo>
                    <a:pt x="404683" y="273594"/>
                    <a:pt x="396240" y="282037"/>
                    <a:pt x="396240" y="292462"/>
                  </a:cubicBezTo>
                  <a:lnTo>
                    <a:pt x="396240" y="735015"/>
                  </a:lnTo>
                  <a:cubicBezTo>
                    <a:pt x="396240" y="745440"/>
                    <a:pt x="404693" y="753884"/>
                    <a:pt x="415108" y="753884"/>
                  </a:cubicBezTo>
                  <a:lnTo>
                    <a:pt x="712260" y="753884"/>
                  </a:lnTo>
                  <a:cubicBezTo>
                    <a:pt x="722685" y="753884"/>
                    <a:pt x="731128" y="745440"/>
                    <a:pt x="731128" y="735015"/>
                  </a:cubicBezTo>
                  <a:lnTo>
                    <a:pt x="731128" y="678476"/>
                  </a:lnTo>
                  <a:cubicBezTo>
                    <a:pt x="731128" y="668060"/>
                    <a:pt x="722685" y="659607"/>
                    <a:pt x="712260" y="659607"/>
                  </a:cubicBezTo>
                  <a:lnTo>
                    <a:pt x="512328" y="659607"/>
                  </a:lnTo>
                  <a:lnTo>
                    <a:pt x="512328" y="560877"/>
                  </a:lnTo>
                  <a:lnTo>
                    <a:pt x="695146" y="560877"/>
                  </a:lnTo>
                  <a:cubicBezTo>
                    <a:pt x="705561" y="560877"/>
                    <a:pt x="714015" y="552434"/>
                    <a:pt x="714015" y="542009"/>
                  </a:cubicBezTo>
                  <a:lnTo>
                    <a:pt x="714015" y="485243"/>
                  </a:lnTo>
                  <a:cubicBezTo>
                    <a:pt x="714015" y="474818"/>
                    <a:pt x="705561" y="466374"/>
                    <a:pt x="695146" y="466374"/>
                  </a:cubicBezTo>
                  <a:lnTo>
                    <a:pt x="512328" y="466374"/>
                  </a:lnTo>
                  <a:lnTo>
                    <a:pt x="512328" y="367871"/>
                  </a:lnTo>
                  <a:lnTo>
                    <a:pt x="712260" y="367871"/>
                  </a:lnTo>
                  <a:cubicBezTo>
                    <a:pt x="722685" y="367871"/>
                    <a:pt x="731128" y="359427"/>
                    <a:pt x="731128" y="349002"/>
                  </a:cubicBezTo>
                  <a:lnTo>
                    <a:pt x="731128" y="292462"/>
                  </a:lnTo>
                  <a:cubicBezTo>
                    <a:pt x="731128" y="282037"/>
                    <a:pt x="722685" y="273594"/>
                    <a:pt x="712260" y="273594"/>
                  </a:cubicBezTo>
                  <a:lnTo>
                    <a:pt x="415108" y="27359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037805" y="4415245"/>
              <a:ext cx="113211" cy="113211"/>
            </a:xfrm>
            <a:custGeom>
              <a:avLst/>
              <a:gdLst/>
              <a:ahLst/>
              <a:cxnLst/>
              <a:rect l="0" t="0" r="0" b="0"/>
              <a:pathLst>
                <a:path w="113211" h="113211">
                  <a:moveTo>
                    <a:pt x="0" y="56605"/>
                  </a:moveTo>
                  <a:cubicBezTo>
                    <a:pt x="0" y="87870"/>
                    <a:pt x="25340" y="113211"/>
                    <a:pt x="56605" y="113211"/>
                  </a:cubicBezTo>
                  <a:cubicBezTo>
                    <a:pt x="87870" y="113211"/>
                    <a:pt x="113211" y="87870"/>
                    <a:pt x="113211" y="56605"/>
                  </a:cubicBezTo>
                  <a:cubicBezTo>
                    <a:pt x="113211" y="25340"/>
                    <a:pt x="87870" y="0"/>
                    <a:pt x="56605" y="0"/>
                  </a:cubicBezTo>
                  <a:cubicBezTo>
                    <a:pt x="25340" y="0"/>
                    <a:pt x="0" y="25340"/>
                    <a:pt x="0" y="566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2628537" y="3458246"/>
            <a:ext cx="1169851" cy="1044375"/>
          </a:xfrm>
          <a:custGeom>
            <a:avLst/>
            <a:gdLst/>
            <a:ahLst/>
            <a:cxnLst/>
            <a:rect l="0" t="0" r="0" b="0"/>
            <a:pathLst>
              <a:path w="1169851" h="1044375">
                <a:moveTo>
                  <a:pt x="1169851" y="524546"/>
                </a:moveTo>
                <a:lnTo>
                  <a:pt x="877388" y="15094"/>
                </a:lnTo>
                <a:lnTo>
                  <a:pt x="292462" y="15094"/>
                </a:lnTo>
                <a:lnTo>
                  <a:pt x="0" y="524546"/>
                </a:lnTo>
                <a:lnTo>
                  <a:pt x="292462" y="1033997"/>
                </a:lnTo>
                <a:lnTo>
                  <a:pt x="877388" y="1033997"/>
                </a:lnTo>
                <a:close/>
                <a:moveTo>
                  <a:pt x="415108" y="288689"/>
                </a:moveTo>
                <a:lnTo>
                  <a:pt x="712261" y="288689"/>
                </a:lnTo>
                <a:cubicBezTo>
                  <a:pt x="722681" y="288689"/>
                  <a:pt x="731129" y="297136"/>
                  <a:pt x="731129" y="307557"/>
                </a:cubicBezTo>
                <a:lnTo>
                  <a:pt x="731129" y="364099"/>
                </a:lnTo>
                <a:cubicBezTo>
                  <a:pt x="731127" y="374518"/>
                  <a:pt x="722681" y="382967"/>
                  <a:pt x="712261" y="382967"/>
                </a:cubicBezTo>
                <a:lnTo>
                  <a:pt x="512326" y="382967"/>
                </a:lnTo>
                <a:lnTo>
                  <a:pt x="512326" y="481465"/>
                </a:lnTo>
                <a:lnTo>
                  <a:pt x="695142" y="481465"/>
                </a:lnTo>
                <a:cubicBezTo>
                  <a:pt x="705562" y="481465"/>
                  <a:pt x="714011" y="489913"/>
                  <a:pt x="714011" y="500334"/>
                </a:cubicBezTo>
                <a:lnTo>
                  <a:pt x="714011" y="557105"/>
                </a:lnTo>
                <a:cubicBezTo>
                  <a:pt x="714010" y="567525"/>
                  <a:pt x="705562" y="575973"/>
                  <a:pt x="695142" y="575974"/>
                </a:cubicBezTo>
                <a:lnTo>
                  <a:pt x="512326" y="575974"/>
                </a:lnTo>
                <a:lnTo>
                  <a:pt x="512326" y="674702"/>
                </a:lnTo>
                <a:lnTo>
                  <a:pt x="712261" y="674702"/>
                </a:lnTo>
                <a:cubicBezTo>
                  <a:pt x="722681" y="674702"/>
                  <a:pt x="731128" y="683150"/>
                  <a:pt x="731129" y="693570"/>
                </a:cubicBezTo>
                <a:lnTo>
                  <a:pt x="731129" y="750112"/>
                </a:lnTo>
                <a:cubicBezTo>
                  <a:pt x="731128" y="760532"/>
                  <a:pt x="722681" y="768981"/>
                  <a:pt x="712261" y="768981"/>
                </a:cubicBezTo>
                <a:lnTo>
                  <a:pt x="415108" y="768981"/>
                </a:lnTo>
                <a:cubicBezTo>
                  <a:pt x="404688" y="768981"/>
                  <a:pt x="396240" y="760532"/>
                  <a:pt x="396240" y="750112"/>
                </a:cubicBezTo>
                <a:lnTo>
                  <a:pt x="396240" y="307557"/>
                </a:lnTo>
                <a:cubicBezTo>
                  <a:pt x="396240" y="297136"/>
                  <a:pt x="404687" y="288689"/>
                  <a:pt x="415108" y="288689"/>
                </a:cubicBezTo>
                <a:close/>
                <a:moveTo>
                  <a:pt x="1169851" y="524546"/>
                </a:moveTo>
                <a:cubicBezTo>
                  <a:pt x="1080225" y="350012"/>
                  <a:pt x="970787" y="186798"/>
                  <a:pt x="877388" y="15094"/>
                </a:cubicBezTo>
                <a:cubicBezTo>
                  <a:pt x="682098" y="7547"/>
                  <a:pt x="487752" y="16981"/>
                  <a:pt x="292462" y="15094"/>
                </a:cubicBezTo>
                <a:cubicBezTo>
                  <a:pt x="192459" y="183025"/>
                  <a:pt x="96229" y="353785"/>
                  <a:pt x="0" y="524546"/>
                </a:cubicBezTo>
                <a:cubicBezTo>
                  <a:pt x="107550" y="688702"/>
                  <a:pt x="199063" y="862293"/>
                  <a:pt x="292462" y="1033997"/>
                </a:cubicBezTo>
                <a:cubicBezTo>
                  <a:pt x="487752" y="1032110"/>
                  <a:pt x="682098" y="1041545"/>
                  <a:pt x="877388" y="1033997"/>
                </a:cubicBezTo>
                <a:cubicBezTo>
                  <a:pt x="967957" y="860406"/>
                  <a:pt x="1080225" y="698137"/>
                  <a:pt x="1169851" y="524546"/>
                </a:cubicBezTo>
                <a:moveTo>
                  <a:pt x="415108" y="288689"/>
                </a:moveTo>
                <a:cubicBezTo>
                  <a:pt x="405674" y="284915"/>
                  <a:pt x="393409" y="297180"/>
                  <a:pt x="396240" y="307557"/>
                </a:cubicBezTo>
                <a:cubicBezTo>
                  <a:pt x="431146" y="450958"/>
                  <a:pt x="383031" y="602850"/>
                  <a:pt x="396240" y="750025"/>
                </a:cubicBezTo>
                <a:cubicBezTo>
                  <a:pt x="397183" y="760403"/>
                  <a:pt x="405674" y="765120"/>
                  <a:pt x="415108" y="768894"/>
                </a:cubicBezTo>
                <a:cubicBezTo>
                  <a:pt x="506621" y="806631"/>
                  <a:pt x="615115" y="750025"/>
                  <a:pt x="712288" y="768894"/>
                </a:cubicBezTo>
                <a:cubicBezTo>
                  <a:pt x="722666" y="770781"/>
                  <a:pt x="731157" y="760403"/>
                  <a:pt x="731157" y="750025"/>
                </a:cubicBezTo>
                <a:cubicBezTo>
                  <a:pt x="731157" y="731157"/>
                  <a:pt x="724553" y="711345"/>
                  <a:pt x="731157" y="693420"/>
                </a:cubicBezTo>
                <a:cubicBezTo>
                  <a:pt x="734930" y="683985"/>
                  <a:pt x="722666" y="673608"/>
                  <a:pt x="712288" y="674551"/>
                </a:cubicBezTo>
                <a:cubicBezTo>
                  <a:pt x="646248" y="683985"/>
                  <a:pt x="578321" y="679268"/>
                  <a:pt x="512281" y="674551"/>
                </a:cubicBezTo>
                <a:cubicBezTo>
                  <a:pt x="508508" y="642474"/>
                  <a:pt x="521716" y="607568"/>
                  <a:pt x="512281" y="576434"/>
                </a:cubicBezTo>
                <a:cubicBezTo>
                  <a:pt x="572661" y="571717"/>
                  <a:pt x="634927" y="581152"/>
                  <a:pt x="695306" y="576434"/>
                </a:cubicBezTo>
                <a:cubicBezTo>
                  <a:pt x="705684" y="574548"/>
                  <a:pt x="715118" y="567000"/>
                  <a:pt x="714175" y="557566"/>
                </a:cubicBezTo>
                <a:cubicBezTo>
                  <a:pt x="711345" y="538697"/>
                  <a:pt x="711345" y="518885"/>
                  <a:pt x="714175" y="500017"/>
                </a:cubicBezTo>
                <a:cubicBezTo>
                  <a:pt x="716062" y="489639"/>
                  <a:pt x="705684" y="483978"/>
                  <a:pt x="695306" y="481148"/>
                </a:cubicBezTo>
                <a:cubicBezTo>
                  <a:pt x="635870" y="467940"/>
                  <a:pt x="571717" y="466997"/>
                  <a:pt x="512281" y="481148"/>
                </a:cubicBezTo>
                <a:cubicBezTo>
                  <a:pt x="513225" y="449072"/>
                  <a:pt x="514168" y="416052"/>
                  <a:pt x="512281" y="383032"/>
                </a:cubicBezTo>
                <a:cubicBezTo>
                  <a:pt x="578321" y="371710"/>
                  <a:pt x="648135" y="400013"/>
                  <a:pt x="712288" y="383032"/>
                </a:cubicBezTo>
                <a:cubicBezTo>
                  <a:pt x="722666" y="380201"/>
                  <a:pt x="733043" y="374541"/>
                  <a:pt x="731157" y="364163"/>
                </a:cubicBezTo>
                <a:cubicBezTo>
                  <a:pt x="728326" y="345294"/>
                  <a:pt x="736817" y="325482"/>
                  <a:pt x="731157" y="307557"/>
                </a:cubicBezTo>
                <a:cubicBezTo>
                  <a:pt x="728326" y="297180"/>
                  <a:pt x="722666" y="289632"/>
                  <a:pt x="712288" y="288689"/>
                </a:cubicBezTo>
                <a:cubicBezTo>
                  <a:pt x="613228" y="282085"/>
                  <a:pt x="514168" y="288689"/>
                  <a:pt x="415108" y="288689"/>
                </a:cubicBezTo>
                <a:moveTo>
                  <a:pt x="1169851" y="524546"/>
                </a:moveTo>
                <a:cubicBezTo>
                  <a:pt x="1105698" y="598133"/>
                  <a:pt x="1067017" y="690589"/>
                  <a:pt x="1024563" y="778328"/>
                </a:cubicBezTo>
                <a:cubicBezTo>
                  <a:pt x="981165" y="867010"/>
                  <a:pt x="920786" y="945315"/>
                  <a:pt x="877388" y="1033997"/>
                </a:cubicBezTo>
                <a:cubicBezTo>
                  <a:pt x="811348" y="1023620"/>
                  <a:pt x="743421" y="1039658"/>
                  <a:pt x="676438" y="1033997"/>
                </a:cubicBezTo>
                <a:cubicBezTo>
                  <a:pt x="617002" y="1029280"/>
                  <a:pt x="556622" y="1037771"/>
                  <a:pt x="497186" y="1033997"/>
                </a:cubicBezTo>
                <a:cubicBezTo>
                  <a:pt x="429260" y="1030224"/>
                  <a:pt x="359446" y="1044375"/>
                  <a:pt x="292462" y="1033997"/>
                </a:cubicBezTo>
                <a:cubicBezTo>
                  <a:pt x="264160" y="979278"/>
                  <a:pt x="233970" y="925503"/>
                  <a:pt x="200950" y="873614"/>
                </a:cubicBezTo>
                <a:cubicBezTo>
                  <a:pt x="161326" y="813235"/>
                  <a:pt x="104720" y="757573"/>
                  <a:pt x="93399" y="686816"/>
                </a:cubicBezTo>
                <a:cubicBezTo>
                  <a:pt x="82078" y="625493"/>
                  <a:pt x="30189" y="579265"/>
                  <a:pt x="0" y="524546"/>
                </a:cubicBezTo>
                <a:cubicBezTo>
                  <a:pt x="35850" y="463223"/>
                  <a:pt x="50945" y="384918"/>
                  <a:pt x="105663" y="339634"/>
                </a:cubicBezTo>
                <a:cubicBezTo>
                  <a:pt x="150948" y="303784"/>
                  <a:pt x="150005" y="229253"/>
                  <a:pt x="192459" y="189629"/>
                </a:cubicBezTo>
                <a:cubicBezTo>
                  <a:pt x="241517" y="143401"/>
                  <a:pt x="249065" y="66040"/>
                  <a:pt x="292462" y="15094"/>
                </a:cubicBezTo>
                <a:cubicBezTo>
                  <a:pt x="355672" y="21698"/>
                  <a:pt x="420769" y="5660"/>
                  <a:pt x="483035" y="15094"/>
                </a:cubicBezTo>
                <a:cubicBezTo>
                  <a:pt x="552849" y="26416"/>
                  <a:pt x="625493" y="32076"/>
                  <a:pt x="693420" y="15094"/>
                </a:cubicBezTo>
                <a:cubicBezTo>
                  <a:pt x="752856" y="0"/>
                  <a:pt x="817009" y="3773"/>
                  <a:pt x="877388" y="15094"/>
                </a:cubicBezTo>
                <a:cubicBezTo>
                  <a:pt x="902861" y="53775"/>
                  <a:pt x="925503" y="94342"/>
                  <a:pt x="946258" y="134910"/>
                </a:cubicBezTo>
                <a:cubicBezTo>
                  <a:pt x="967014" y="176421"/>
                  <a:pt x="990600" y="216045"/>
                  <a:pt x="1015129" y="254725"/>
                </a:cubicBezTo>
                <a:cubicBezTo>
                  <a:pt x="1043432" y="299066"/>
                  <a:pt x="1069847" y="345294"/>
                  <a:pt x="1094377" y="392466"/>
                </a:cubicBezTo>
                <a:cubicBezTo>
                  <a:pt x="1117019" y="437750"/>
                  <a:pt x="1137774" y="485865"/>
                  <a:pt x="1169851" y="524546"/>
                </a:cubicBezTo>
                <a:moveTo>
                  <a:pt x="415108" y="288689"/>
                </a:moveTo>
                <a:cubicBezTo>
                  <a:pt x="404730" y="288689"/>
                  <a:pt x="398126" y="297180"/>
                  <a:pt x="396240" y="307557"/>
                </a:cubicBezTo>
                <a:cubicBezTo>
                  <a:pt x="387749" y="356616"/>
                  <a:pt x="389636" y="407561"/>
                  <a:pt x="396240" y="456619"/>
                </a:cubicBezTo>
                <a:cubicBezTo>
                  <a:pt x="402843" y="509451"/>
                  <a:pt x="401900" y="563226"/>
                  <a:pt x="396240" y="616058"/>
                </a:cubicBezTo>
                <a:cubicBezTo>
                  <a:pt x="391522" y="660400"/>
                  <a:pt x="397183" y="705684"/>
                  <a:pt x="396240" y="750025"/>
                </a:cubicBezTo>
                <a:cubicBezTo>
                  <a:pt x="396240" y="760403"/>
                  <a:pt x="404730" y="769837"/>
                  <a:pt x="415108" y="768894"/>
                </a:cubicBezTo>
                <a:cubicBezTo>
                  <a:pt x="466997" y="764177"/>
                  <a:pt x="519829" y="764177"/>
                  <a:pt x="572661" y="768894"/>
                </a:cubicBezTo>
                <a:cubicBezTo>
                  <a:pt x="618889" y="772668"/>
                  <a:pt x="666060" y="761346"/>
                  <a:pt x="712288" y="768894"/>
                </a:cubicBezTo>
                <a:cubicBezTo>
                  <a:pt x="722666" y="770781"/>
                  <a:pt x="733987" y="760403"/>
                  <a:pt x="731157" y="750025"/>
                </a:cubicBezTo>
                <a:cubicBezTo>
                  <a:pt x="725496" y="732100"/>
                  <a:pt x="730213" y="712288"/>
                  <a:pt x="731157" y="693420"/>
                </a:cubicBezTo>
                <a:cubicBezTo>
                  <a:pt x="732100" y="683042"/>
                  <a:pt x="722666" y="672664"/>
                  <a:pt x="712288" y="674551"/>
                </a:cubicBezTo>
                <a:cubicBezTo>
                  <a:pt x="647192" y="688702"/>
                  <a:pt x="578321" y="668890"/>
                  <a:pt x="512281" y="674551"/>
                </a:cubicBezTo>
                <a:cubicBezTo>
                  <a:pt x="512281" y="641531"/>
                  <a:pt x="516998" y="608511"/>
                  <a:pt x="512281" y="576434"/>
                </a:cubicBezTo>
                <a:cubicBezTo>
                  <a:pt x="572661" y="570774"/>
                  <a:pt x="633983" y="579265"/>
                  <a:pt x="695306" y="576434"/>
                </a:cubicBezTo>
                <a:cubicBezTo>
                  <a:pt x="705684" y="575491"/>
                  <a:pt x="716062" y="567000"/>
                  <a:pt x="714175" y="557566"/>
                </a:cubicBezTo>
                <a:cubicBezTo>
                  <a:pt x="709458" y="538697"/>
                  <a:pt x="714175" y="518885"/>
                  <a:pt x="714175" y="500017"/>
                </a:cubicBezTo>
                <a:cubicBezTo>
                  <a:pt x="714175" y="489639"/>
                  <a:pt x="705684" y="479261"/>
                  <a:pt x="695306" y="481148"/>
                </a:cubicBezTo>
                <a:cubicBezTo>
                  <a:pt x="635870" y="495300"/>
                  <a:pt x="572661" y="476431"/>
                  <a:pt x="512281" y="481148"/>
                </a:cubicBezTo>
                <a:cubicBezTo>
                  <a:pt x="516998" y="449072"/>
                  <a:pt x="507564" y="415108"/>
                  <a:pt x="512281" y="383032"/>
                </a:cubicBezTo>
                <a:cubicBezTo>
                  <a:pt x="578321" y="373597"/>
                  <a:pt x="646248" y="393409"/>
                  <a:pt x="712288" y="383032"/>
                </a:cubicBezTo>
                <a:cubicBezTo>
                  <a:pt x="722666" y="381145"/>
                  <a:pt x="733043" y="374541"/>
                  <a:pt x="731157" y="364163"/>
                </a:cubicBezTo>
                <a:cubicBezTo>
                  <a:pt x="728326" y="345294"/>
                  <a:pt x="734930" y="326426"/>
                  <a:pt x="731157" y="307557"/>
                </a:cubicBezTo>
                <a:cubicBezTo>
                  <a:pt x="729270" y="297180"/>
                  <a:pt x="722666" y="288689"/>
                  <a:pt x="712288" y="288689"/>
                </a:cubicBezTo>
                <a:cubicBezTo>
                  <a:pt x="613228" y="286802"/>
                  <a:pt x="514168" y="297180"/>
                  <a:pt x="415108" y="288689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002" y="3723350"/>
            <a:ext cx="893426" cy="1225513"/>
          </a:xfrm>
          <a:custGeom>
            <a:avLst/>
            <a:gdLst/>
            <a:ahLst/>
            <a:cxnLst/>
            <a:rect l="0" t="0" r="0" b="0"/>
            <a:pathLst>
              <a:path w="893426" h="1225513">
                <a:moveTo>
                  <a:pt x="242461" y="1108528"/>
                </a:moveTo>
                <a:lnTo>
                  <a:pt x="242461" y="825500"/>
                </a:lnTo>
                <a:cubicBezTo>
                  <a:pt x="365886" y="825500"/>
                  <a:pt x="444519" y="825500"/>
                  <a:pt x="567943" y="825500"/>
                </a:cubicBezTo>
                <a:lnTo>
                  <a:pt x="893425" y="259442"/>
                </a:lnTo>
                <a:moveTo>
                  <a:pt x="185855" y="1165134"/>
                </a:moveTo>
                <a:cubicBezTo>
                  <a:pt x="185855" y="1133871"/>
                  <a:pt x="211198" y="1108528"/>
                  <a:pt x="242461" y="1108528"/>
                </a:cubicBezTo>
                <a:cubicBezTo>
                  <a:pt x="273723" y="1108528"/>
                  <a:pt x="299066" y="1133871"/>
                  <a:pt x="299066" y="1165134"/>
                </a:cubicBezTo>
                <a:cubicBezTo>
                  <a:pt x="299066" y="1196396"/>
                  <a:pt x="273723" y="1221740"/>
                  <a:pt x="242461" y="1221740"/>
                </a:cubicBezTo>
                <a:cubicBezTo>
                  <a:pt x="211198" y="1221740"/>
                  <a:pt x="185855" y="1196396"/>
                  <a:pt x="185855" y="1165134"/>
                </a:cubicBezTo>
                <a:moveTo>
                  <a:pt x="72643" y="503876"/>
                </a:moveTo>
                <a:lnTo>
                  <a:pt x="369797" y="503876"/>
                </a:lnTo>
                <a:cubicBezTo>
                  <a:pt x="380217" y="503876"/>
                  <a:pt x="388666" y="495429"/>
                  <a:pt x="388666" y="485008"/>
                </a:cubicBezTo>
                <a:lnTo>
                  <a:pt x="388666" y="428469"/>
                </a:lnTo>
                <a:cubicBezTo>
                  <a:pt x="388666" y="418048"/>
                  <a:pt x="380217" y="409600"/>
                  <a:pt x="369797" y="409600"/>
                </a:cubicBezTo>
                <a:lnTo>
                  <a:pt x="169861" y="409600"/>
                </a:lnTo>
                <a:lnTo>
                  <a:pt x="169861" y="310869"/>
                </a:lnTo>
                <a:lnTo>
                  <a:pt x="352677" y="310869"/>
                </a:lnTo>
                <a:cubicBezTo>
                  <a:pt x="363098" y="310869"/>
                  <a:pt x="371545" y="302421"/>
                  <a:pt x="371545" y="292000"/>
                </a:cubicBezTo>
                <a:lnTo>
                  <a:pt x="371545" y="235226"/>
                </a:lnTo>
                <a:cubicBezTo>
                  <a:pt x="371545" y="224806"/>
                  <a:pt x="363098" y="216358"/>
                  <a:pt x="352677" y="216358"/>
                </a:cubicBezTo>
                <a:lnTo>
                  <a:pt x="169861" y="216358"/>
                </a:lnTo>
                <a:lnTo>
                  <a:pt x="169861" y="117861"/>
                </a:lnTo>
                <a:lnTo>
                  <a:pt x="369797" y="117861"/>
                </a:lnTo>
                <a:cubicBezTo>
                  <a:pt x="380217" y="117861"/>
                  <a:pt x="388666" y="109414"/>
                  <a:pt x="388666" y="98993"/>
                </a:cubicBezTo>
                <a:lnTo>
                  <a:pt x="388666" y="42454"/>
                </a:lnTo>
                <a:cubicBezTo>
                  <a:pt x="388666" y="32033"/>
                  <a:pt x="380217" y="23585"/>
                  <a:pt x="369797" y="23585"/>
                </a:cubicBezTo>
                <a:lnTo>
                  <a:pt x="72643" y="23585"/>
                </a:lnTo>
                <a:cubicBezTo>
                  <a:pt x="62222" y="23585"/>
                  <a:pt x="53775" y="32033"/>
                  <a:pt x="53775" y="42454"/>
                </a:cubicBezTo>
                <a:lnTo>
                  <a:pt x="53775" y="485008"/>
                </a:lnTo>
                <a:cubicBezTo>
                  <a:pt x="53775" y="495429"/>
                  <a:pt x="62222" y="503876"/>
                  <a:pt x="72643" y="503876"/>
                </a:cubicBezTo>
                <a:close/>
                <a:moveTo>
                  <a:pt x="242461" y="1108528"/>
                </a:moveTo>
                <a:cubicBezTo>
                  <a:pt x="256612" y="1015129"/>
                  <a:pt x="243404" y="919842"/>
                  <a:pt x="242461" y="825500"/>
                </a:cubicBezTo>
                <a:cubicBezTo>
                  <a:pt x="365106" y="833990"/>
                  <a:pt x="445298" y="836821"/>
                  <a:pt x="567943" y="825500"/>
                </a:cubicBezTo>
                <a:cubicBezTo>
                  <a:pt x="635870" y="739647"/>
                  <a:pt x="678325" y="635870"/>
                  <a:pt x="732100" y="540584"/>
                </a:cubicBezTo>
                <a:cubicBezTo>
                  <a:pt x="784932" y="446241"/>
                  <a:pt x="846255" y="356616"/>
                  <a:pt x="893426" y="259442"/>
                </a:cubicBezTo>
                <a:moveTo>
                  <a:pt x="185855" y="1165134"/>
                </a:moveTo>
                <a:cubicBezTo>
                  <a:pt x="189629" y="1196267"/>
                  <a:pt x="211327" y="1217966"/>
                  <a:pt x="242461" y="1221740"/>
                </a:cubicBezTo>
                <a:cubicBezTo>
                  <a:pt x="273594" y="1225513"/>
                  <a:pt x="302840" y="1196267"/>
                  <a:pt x="299066" y="1165134"/>
                </a:cubicBezTo>
                <a:cubicBezTo>
                  <a:pt x="295293" y="1134001"/>
                  <a:pt x="273594" y="1108528"/>
                  <a:pt x="242461" y="1108528"/>
                </a:cubicBezTo>
                <a:cubicBezTo>
                  <a:pt x="211327" y="1108528"/>
                  <a:pt x="185855" y="1134001"/>
                  <a:pt x="185855" y="1165134"/>
                </a:cubicBezTo>
                <a:moveTo>
                  <a:pt x="72643" y="503790"/>
                </a:moveTo>
                <a:cubicBezTo>
                  <a:pt x="62266" y="503790"/>
                  <a:pt x="57549" y="494356"/>
                  <a:pt x="53775" y="484922"/>
                </a:cubicBezTo>
                <a:cubicBezTo>
                  <a:pt x="0" y="347181"/>
                  <a:pt x="69813" y="188685"/>
                  <a:pt x="53775" y="42454"/>
                </a:cubicBezTo>
                <a:cubicBezTo>
                  <a:pt x="52831" y="32076"/>
                  <a:pt x="62266" y="26416"/>
                  <a:pt x="72643" y="23585"/>
                </a:cubicBezTo>
                <a:cubicBezTo>
                  <a:pt x="168873" y="0"/>
                  <a:pt x="270763" y="25472"/>
                  <a:pt x="369823" y="23585"/>
                </a:cubicBezTo>
                <a:cubicBezTo>
                  <a:pt x="380201" y="23585"/>
                  <a:pt x="386805" y="32076"/>
                  <a:pt x="388692" y="42454"/>
                </a:cubicBezTo>
                <a:cubicBezTo>
                  <a:pt x="392466" y="61322"/>
                  <a:pt x="384918" y="80191"/>
                  <a:pt x="388692" y="99060"/>
                </a:cubicBezTo>
                <a:cubicBezTo>
                  <a:pt x="390579" y="109437"/>
                  <a:pt x="380201" y="117928"/>
                  <a:pt x="369823" y="117928"/>
                </a:cubicBezTo>
                <a:cubicBezTo>
                  <a:pt x="302840" y="119815"/>
                  <a:pt x="236800" y="115098"/>
                  <a:pt x="169817" y="117928"/>
                </a:cubicBezTo>
                <a:cubicBezTo>
                  <a:pt x="165100" y="150005"/>
                  <a:pt x="166986" y="183968"/>
                  <a:pt x="169817" y="216045"/>
                </a:cubicBezTo>
                <a:cubicBezTo>
                  <a:pt x="229253" y="231140"/>
                  <a:pt x="292462" y="225479"/>
                  <a:pt x="352842" y="216045"/>
                </a:cubicBezTo>
                <a:cubicBezTo>
                  <a:pt x="363220" y="215101"/>
                  <a:pt x="367937" y="225479"/>
                  <a:pt x="371710" y="234913"/>
                </a:cubicBezTo>
                <a:cubicBezTo>
                  <a:pt x="377371" y="252838"/>
                  <a:pt x="379258" y="274537"/>
                  <a:pt x="371710" y="292462"/>
                </a:cubicBezTo>
                <a:cubicBezTo>
                  <a:pt x="367937" y="301897"/>
                  <a:pt x="363220" y="309444"/>
                  <a:pt x="352842" y="311331"/>
                </a:cubicBezTo>
                <a:cubicBezTo>
                  <a:pt x="292462" y="321709"/>
                  <a:pt x="230196" y="317935"/>
                  <a:pt x="169817" y="311331"/>
                </a:cubicBezTo>
                <a:cubicBezTo>
                  <a:pt x="177364" y="342464"/>
                  <a:pt x="176421" y="377371"/>
                  <a:pt x="169817" y="409447"/>
                </a:cubicBezTo>
                <a:cubicBezTo>
                  <a:pt x="236800" y="404730"/>
                  <a:pt x="303783" y="416995"/>
                  <a:pt x="369823" y="409447"/>
                </a:cubicBezTo>
                <a:cubicBezTo>
                  <a:pt x="380201" y="408504"/>
                  <a:pt x="391522" y="417938"/>
                  <a:pt x="388692" y="428316"/>
                </a:cubicBezTo>
                <a:cubicBezTo>
                  <a:pt x="383975" y="447185"/>
                  <a:pt x="388692" y="466053"/>
                  <a:pt x="388692" y="484922"/>
                </a:cubicBezTo>
                <a:cubicBezTo>
                  <a:pt x="388692" y="495300"/>
                  <a:pt x="380201" y="500960"/>
                  <a:pt x="369823" y="503790"/>
                </a:cubicBezTo>
                <a:cubicBezTo>
                  <a:pt x="273594" y="529263"/>
                  <a:pt x="171703" y="506621"/>
                  <a:pt x="72643" y="503790"/>
                </a:cubicBezTo>
                <a:moveTo>
                  <a:pt x="893426" y="259442"/>
                </a:moveTo>
                <a:cubicBezTo>
                  <a:pt x="873614" y="313218"/>
                  <a:pt x="839651" y="360389"/>
                  <a:pt x="807574" y="408504"/>
                </a:cubicBezTo>
                <a:cubicBezTo>
                  <a:pt x="778328" y="452845"/>
                  <a:pt x="757573" y="501903"/>
                  <a:pt x="728326" y="546245"/>
                </a:cubicBezTo>
                <a:cubicBezTo>
                  <a:pt x="700967" y="587756"/>
                  <a:pt x="668890" y="630210"/>
                  <a:pt x="652852" y="677381"/>
                </a:cubicBezTo>
                <a:cubicBezTo>
                  <a:pt x="634927" y="732100"/>
                  <a:pt x="581151" y="769837"/>
                  <a:pt x="567943" y="825500"/>
                </a:cubicBezTo>
                <a:cubicBezTo>
                  <a:pt x="504734" y="801914"/>
                  <a:pt x="446241" y="815122"/>
                  <a:pt x="391522" y="825500"/>
                </a:cubicBezTo>
                <a:cubicBezTo>
                  <a:pt x="346238" y="833990"/>
                  <a:pt x="295293" y="844368"/>
                  <a:pt x="242461" y="825500"/>
                </a:cubicBezTo>
                <a:cubicBezTo>
                  <a:pt x="216988" y="916069"/>
                  <a:pt x="209441" y="1019846"/>
                  <a:pt x="242461" y="1108528"/>
                </a:cubicBezTo>
                <a:moveTo>
                  <a:pt x="185855" y="1165134"/>
                </a:moveTo>
                <a:cubicBezTo>
                  <a:pt x="178307" y="1195324"/>
                  <a:pt x="211327" y="1221740"/>
                  <a:pt x="242461" y="1221740"/>
                </a:cubicBezTo>
                <a:cubicBezTo>
                  <a:pt x="273594" y="1221740"/>
                  <a:pt x="305670" y="1195324"/>
                  <a:pt x="299066" y="1165134"/>
                </a:cubicBezTo>
                <a:cubicBezTo>
                  <a:pt x="292462" y="1134944"/>
                  <a:pt x="272650" y="1115132"/>
                  <a:pt x="242461" y="1108528"/>
                </a:cubicBezTo>
                <a:cubicBezTo>
                  <a:pt x="212271" y="1101924"/>
                  <a:pt x="174534" y="1135887"/>
                  <a:pt x="185855" y="1165134"/>
                </a:cubicBezTo>
                <a:moveTo>
                  <a:pt x="72643" y="503790"/>
                </a:moveTo>
                <a:cubicBezTo>
                  <a:pt x="62266" y="504734"/>
                  <a:pt x="51888" y="495300"/>
                  <a:pt x="53775" y="484922"/>
                </a:cubicBezTo>
                <a:cubicBezTo>
                  <a:pt x="65096" y="406617"/>
                  <a:pt x="70757" y="324539"/>
                  <a:pt x="53775" y="246234"/>
                </a:cubicBezTo>
                <a:cubicBezTo>
                  <a:pt x="39623" y="180194"/>
                  <a:pt x="40567" y="109437"/>
                  <a:pt x="53775" y="42454"/>
                </a:cubicBezTo>
                <a:cubicBezTo>
                  <a:pt x="55662" y="32076"/>
                  <a:pt x="62266" y="23585"/>
                  <a:pt x="72643" y="23585"/>
                </a:cubicBezTo>
                <a:cubicBezTo>
                  <a:pt x="171703" y="26416"/>
                  <a:pt x="270763" y="20755"/>
                  <a:pt x="369823" y="23585"/>
                </a:cubicBezTo>
                <a:cubicBezTo>
                  <a:pt x="380201" y="23585"/>
                  <a:pt x="389635" y="32076"/>
                  <a:pt x="388692" y="42454"/>
                </a:cubicBezTo>
                <a:cubicBezTo>
                  <a:pt x="386805" y="61322"/>
                  <a:pt x="395296" y="81134"/>
                  <a:pt x="388692" y="99060"/>
                </a:cubicBezTo>
                <a:cubicBezTo>
                  <a:pt x="384918" y="108494"/>
                  <a:pt x="379258" y="114154"/>
                  <a:pt x="369823" y="117928"/>
                </a:cubicBezTo>
                <a:cubicBezTo>
                  <a:pt x="307557" y="140570"/>
                  <a:pt x="233026" y="97173"/>
                  <a:pt x="169817" y="117928"/>
                </a:cubicBezTo>
                <a:cubicBezTo>
                  <a:pt x="162269" y="150005"/>
                  <a:pt x="158495" y="185855"/>
                  <a:pt x="169817" y="216045"/>
                </a:cubicBezTo>
                <a:cubicBezTo>
                  <a:pt x="229253" y="203780"/>
                  <a:pt x="293406" y="200950"/>
                  <a:pt x="352842" y="216045"/>
                </a:cubicBezTo>
                <a:cubicBezTo>
                  <a:pt x="363220" y="218875"/>
                  <a:pt x="367937" y="225479"/>
                  <a:pt x="371710" y="234913"/>
                </a:cubicBezTo>
                <a:cubicBezTo>
                  <a:pt x="378314" y="252838"/>
                  <a:pt x="372654" y="273594"/>
                  <a:pt x="371710" y="292462"/>
                </a:cubicBezTo>
                <a:cubicBezTo>
                  <a:pt x="370767" y="302840"/>
                  <a:pt x="363220" y="310387"/>
                  <a:pt x="352842" y="311331"/>
                </a:cubicBezTo>
                <a:cubicBezTo>
                  <a:pt x="291519" y="314161"/>
                  <a:pt x="231140" y="310387"/>
                  <a:pt x="169817" y="311331"/>
                </a:cubicBezTo>
                <a:cubicBezTo>
                  <a:pt x="166986" y="343407"/>
                  <a:pt x="164156" y="377371"/>
                  <a:pt x="169817" y="409447"/>
                </a:cubicBezTo>
                <a:cubicBezTo>
                  <a:pt x="234913" y="395296"/>
                  <a:pt x="302840" y="410391"/>
                  <a:pt x="369823" y="409447"/>
                </a:cubicBezTo>
                <a:cubicBezTo>
                  <a:pt x="380201" y="409447"/>
                  <a:pt x="390579" y="417938"/>
                  <a:pt x="388692" y="428316"/>
                </a:cubicBezTo>
                <a:cubicBezTo>
                  <a:pt x="385862" y="447185"/>
                  <a:pt x="393409" y="466997"/>
                  <a:pt x="388692" y="484922"/>
                </a:cubicBezTo>
                <a:cubicBezTo>
                  <a:pt x="385862" y="495300"/>
                  <a:pt x="379258" y="507564"/>
                  <a:pt x="369823" y="503790"/>
                </a:cubicBezTo>
                <a:cubicBezTo>
                  <a:pt x="276424" y="470770"/>
                  <a:pt x="168873" y="525489"/>
                  <a:pt x="72643" y="503790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4" name="Group 13"/>
          <p:cNvGrpSpPr/>
          <p:nvPr/>
        </p:nvGrpSpPr>
        <p:grpSpPr>
          <a:xfrm>
            <a:off x="3534229" y="2397833"/>
            <a:ext cx="1169851" cy="1471747"/>
            <a:chOff x="2415177" y="1981200"/>
            <a:chExt cx="1169851" cy="1471747"/>
          </a:xfrm>
        </p:grpSpPr>
        <p:sp>
          <p:nvSpPr>
            <p:cNvPr id="12" name="Rounded Rectangle 11"/>
            <p:cNvSpPr/>
            <p:nvPr/>
          </p:nvSpPr>
          <p:spPr>
            <a:xfrm>
              <a:off x="2415177" y="2434045"/>
              <a:ext cx="1169851" cy="1018902"/>
            </a:xfrm>
            <a:custGeom>
              <a:avLst/>
              <a:gdLst/>
              <a:ahLst/>
              <a:cxnLst/>
              <a:rect l="0" t="0" r="0" b="0"/>
              <a:pathLst>
                <a:path w="1169851" h="1018902">
                  <a:moveTo>
                    <a:pt x="1169851" y="509451"/>
                  </a:moveTo>
                  <a:lnTo>
                    <a:pt x="877388" y="1018902"/>
                  </a:lnTo>
                  <a:lnTo>
                    <a:pt x="292462" y="1018902"/>
                  </a:lnTo>
                  <a:lnTo>
                    <a:pt x="0" y="509451"/>
                  </a:lnTo>
                  <a:lnTo>
                    <a:pt x="292462" y="0"/>
                  </a:lnTo>
                  <a:lnTo>
                    <a:pt x="877388" y="0"/>
                  </a:lnTo>
                  <a:lnTo>
                    <a:pt x="1169851" y="509451"/>
                  </a:lnTo>
                  <a:moveTo>
                    <a:pt x="566585" y="264160"/>
                  </a:moveTo>
                  <a:cubicBezTo>
                    <a:pt x="530329" y="264160"/>
                    <a:pt x="498045" y="270386"/>
                    <a:pt x="469723" y="282830"/>
                  </a:cubicBezTo>
                  <a:cubicBezTo>
                    <a:pt x="441411" y="295283"/>
                    <a:pt x="419231" y="312633"/>
                    <a:pt x="403202" y="334879"/>
                  </a:cubicBezTo>
                  <a:cubicBezTo>
                    <a:pt x="387183" y="357125"/>
                    <a:pt x="379248" y="383032"/>
                    <a:pt x="379409" y="412589"/>
                  </a:cubicBezTo>
                  <a:cubicBezTo>
                    <a:pt x="379248" y="448845"/>
                    <a:pt x="391070" y="477629"/>
                    <a:pt x="414882" y="498951"/>
                  </a:cubicBezTo>
                  <a:cubicBezTo>
                    <a:pt x="438684" y="520112"/>
                    <a:pt x="471280" y="535433"/>
                    <a:pt x="512668" y="544924"/>
                  </a:cubicBezTo>
                  <a:lnTo>
                    <a:pt x="562613" y="556594"/>
                  </a:lnTo>
                  <a:cubicBezTo>
                    <a:pt x="580038" y="560641"/>
                    <a:pt x="594350" y="565075"/>
                    <a:pt x="605558" y="569896"/>
                  </a:cubicBezTo>
                  <a:cubicBezTo>
                    <a:pt x="616907" y="574566"/>
                    <a:pt x="625313" y="580170"/>
                    <a:pt x="630757" y="586699"/>
                  </a:cubicBezTo>
                  <a:cubicBezTo>
                    <a:pt x="636210" y="593086"/>
                    <a:pt x="639003" y="600784"/>
                    <a:pt x="639163" y="609813"/>
                  </a:cubicBezTo>
                  <a:cubicBezTo>
                    <a:pt x="639003" y="619455"/>
                    <a:pt x="635974" y="628012"/>
                    <a:pt x="630059" y="635474"/>
                  </a:cubicBezTo>
                  <a:cubicBezTo>
                    <a:pt x="624153" y="642946"/>
                    <a:pt x="615672" y="648786"/>
                    <a:pt x="604624" y="652984"/>
                  </a:cubicBezTo>
                  <a:cubicBezTo>
                    <a:pt x="593727" y="657182"/>
                    <a:pt x="580501" y="659286"/>
                    <a:pt x="564943" y="659286"/>
                  </a:cubicBezTo>
                  <a:cubicBezTo>
                    <a:pt x="547990" y="659286"/>
                    <a:pt x="533056" y="656645"/>
                    <a:pt x="520140" y="651352"/>
                  </a:cubicBezTo>
                  <a:cubicBezTo>
                    <a:pt x="507385" y="646059"/>
                    <a:pt x="497337" y="638286"/>
                    <a:pt x="490026" y="628012"/>
                  </a:cubicBezTo>
                  <a:cubicBezTo>
                    <a:pt x="485677" y="621898"/>
                    <a:pt x="482450" y="614879"/>
                    <a:pt x="480356" y="606945"/>
                  </a:cubicBezTo>
                  <a:cubicBezTo>
                    <a:pt x="477827" y="597341"/>
                    <a:pt x="469912" y="589501"/>
                    <a:pt x="459987" y="589501"/>
                  </a:cubicBezTo>
                  <a:lnTo>
                    <a:pt x="386050" y="589501"/>
                  </a:lnTo>
                  <a:cubicBezTo>
                    <a:pt x="375588" y="589501"/>
                    <a:pt x="367040" y="598077"/>
                    <a:pt x="368012" y="608492"/>
                  </a:cubicBezTo>
                  <a:cubicBezTo>
                    <a:pt x="370710" y="637446"/>
                    <a:pt x="378862" y="662003"/>
                    <a:pt x="392475" y="682164"/>
                  </a:cubicBezTo>
                  <a:cubicBezTo>
                    <a:pt x="408966" y="706590"/>
                    <a:pt x="432071" y="724788"/>
                    <a:pt x="461789" y="736770"/>
                  </a:cubicBezTo>
                  <a:cubicBezTo>
                    <a:pt x="491507" y="748752"/>
                    <a:pt x="526357" y="754742"/>
                    <a:pt x="566340" y="754742"/>
                  </a:cubicBezTo>
                  <a:cubicBezTo>
                    <a:pt x="606171" y="754742"/>
                    <a:pt x="640182" y="748978"/>
                    <a:pt x="668343" y="737468"/>
                  </a:cubicBezTo>
                  <a:cubicBezTo>
                    <a:pt x="696655" y="725958"/>
                    <a:pt x="718364" y="709392"/>
                    <a:pt x="733449" y="687759"/>
                  </a:cubicBezTo>
                  <a:cubicBezTo>
                    <a:pt x="748544" y="666136"/>
                    <a:pt x="756167" y="640229"/>
                    <a:pt x="756327" y="610039"/>
                  </a:cubicBezTo>
                  <a:cubicBezTo>
                    <a:pt x="756167" y="590907"/>
                    <a:pt x="752903" y="573632"/>
                    <a:pt x="746525" y="558226"/>
                  </a:cubicBezTo>
                  <a:cubicBezTo>
                    <a:pt x="740148" y="542820"/>
                    <a:pt x="730732" y="529206"/>
                    <a:pt x="718288" y="517385"/>
                  </a:cubicBezTo>
                  <a:cubicBezTo>
                    <a:pt x="705995" y="505564"/>
                    <a:pt x="690740" y="495375"/>
                    <a:pt x="672541" y="486818"/>
                  </a:cubicBezTo>
                  <a:cubicBezTo>
                    <a:pt x="654494" y="478261"/>
                    <a:pt x="633644" y="471412"/>
                    <a:pt x="609992" y="466280"/>
                  </a:cubicBezTo>
                  <a:lnTo>
                    <a:pt x="568915" y="456940"/>
                  </a:lnTo>
                  <a:cubicBezTo>
                    <a:pt x="558019" y="454600"/>
                    <a:pt x="548216" y="451883"/>
                    <a:pt x="539509" y="448770"/>
                  </a:cubicBezTo>
                  <a:cubicBezTo>
                    <a:pt x="530791" y="445666"/>
                    <a:pt x="523319" y="442071"/>
                    <a:pt x="517102" y="438033"/>
                  </a:cubicBezTo>
                  <a:cubicBezTo>
                    <a:pt x="511036" y="433835"/>
                    <a:pt x="506366" y="429005"/>
                    <a:pt x="503102" y="423561"/>
                  </a:cubicBezTo>
                  <a:cubicBezTo>
                    <a:pt x="499988" y="418118"/>
                    <a:pt x="498592" y="411816"/>
                    <a:pt x="498903" y="404664"/>
                  </a:cubicBezTo>
                  <a:cubicBezTo>
                    <a:pt x="499054" y="395947"/>
                    <a:pt x="501620" y="388239"/>
                    <a:pt x="506592" y="381550"/>
                  </a:cubicBezTo>
                  <a:cubicBezTo>
                    <a:pt x="511574" y="374710"/>
                    <a:pt x="519046" y="369342"/>
                    <a:pt x="528999" y="365446"/>
                  </a:cubicBezTo>
                  <a:cubicBezTo>
                    <a:pt x="538961" y="361559"/>
                    <a:pt x="551405" y="359616"/>
                    <a:pt x="566340" y="359616"/>
                  </a:cubicBezTo>
                  <a:cubicBezTo>
                    <a:pt x="588906" y="359616"/>
                    <a:pt x="606256" y="364437"/>
                    <a:pt x="618398" y="374078"/>
                  </a:cubicBezTo>
                  <a:cubicBezTo>
                    <a:pt x="626351" y="380220"/>
                    <a:pt x="632049" y="387956"/>
                    <a:pt x="635502" y="397287"/>
                  </a:cubicBezTo>
                  <a:cubicBezTo>
                    <a:pt x="638880" y="406391"/>
                    <a:pt x="646597" y="413995"/>
                    <a:pt x="656305" y="413995"/>
                  </a:cubicBezTo>
                  <a:lnTo>
                    <a:pt x="730817" y="413995"/>
                  </a:lnTo>
                  <a:cubicBezTo>
                    <a:pt x="741261" y="413995"/>
                    <a:pt x="749837" y="405438"/>
                    <a:pt x="748535" y="395070"/>
                  </a:cubicBezTo>
                  <a:cubicBezTo>
                    <a:pt x="745770" y="373050"/>
                    <a:pt x="738487" y="353219"/>
                    <a:pt x="726685" y="335577"/>
                  </a:cubicBezTo>
                  <a:cubicBezTo>
                    <a:pt x="711599" y="313020"/>
                    <a:pt x="690353" y="295510"/>
                    <a:pt x="662966" y="283066"/>
                  </a:cubicBezTo>
                  <a:cubicBezTo>
                    <a:pt x="635738" y="270462"/>
                    <a:pt x="603615" y="264160"/>
                    <a:pt x="566585" y="2641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43497" y="1981200"/>
              <a:ext cx="113211" cy="113211"/>
            </a:xfrm>
            <a:custGeom>
              <a:avLst/>
              <a:gdLst/>
              <a:ahLst/>
              <a:cxnLst/>
              <a:rect l="0" t="0" r="0" b="0"/>
              <a:pathLst>
                <a:path w="113211" h="113211">
                  <a:moveTo>
                    <a:pt x="0" y="56605"/>
                  </a:moveTo>
                  <a:cubicBezTo>
                    <a:pt x="0" y="87870"/>
                    <a:pt x="25340" y="113211"/>
                    <a:pt x="56605" y="113211"/>
                  </a:cubicBezTo>
                  <a:cubicBezTo>
                    <a:pt x="87870" y="113211"/>
                    <a:pt x="113211" y="87870"/>
                    <a:pt x="113211" y="56605"/>
                  </a:cubicBezTo>
                  <a:cubicBezTo>
                    <a:pt x="113211" y="25340"/>
                    <a:pt x="87870" y="0"/>
                    <a:pt x="56605" y="0"/>
                  </a:cubicBezTo>
                  <a:cubicBezTo>
                    <a:pt x="25340" y="0"/>
                    <a:pt x="0" y="25340"/>
                    <a:pt x="0" y="566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3534229" y="2832753"/>
            <a:ext cx="1169851" cy="1056640"/>
          </a:xfrm>
          <a:custGeom>
            <a:avLst/>
            <a:gdLst/>
            <a:ahLst/>
            <a:cxnLst/>
            <a:rect l="0" t="0" r="0" b="0"/>
            <a:pathLst>
              <a:path w="1169851" h="1056640">
                <a:moveTo>
                  <a:pt x="1169851" y="527376"/>
                </a:moveTo>
                <a:lnTo>
                  <a:pt x="877388" y="17925"/>
                </a:lnTo>
                <a:lnTo>
                  <a:pt x="292462" y="17925"/>
                </a:lnTo>
                <a:lnTo>
                  <a:pt x="0" y="527376"/>
                </a:lnTo>
                <a:lnTo>
                  <a:pt x="292462" y="1036827"/>
                </a:lnTo>
                <a:lnTo>
                  <a:pt x="877388" y="1036827"/>
                </a:lnTo>
                <a:close/>
                <a:moveTo>
                  <a:pt x="566582" y="282085"/>
                </a:moveTo>
                <a:cubicBezTo>
                  <a:pt x="603612" y="282085"/>
                  <a:pt x="635742" y="288388"/>
                  <a:pt x="662970" y="300990"/>
                </a:cubicBezTo>
                <a:cubicBezTo>
                  <a:pt x="690354" y="313438"/>
                  <a:pt x="711596" y="330945"/>
                  <a:pt x="726689" y="353505"/>
                </a:cubicBezTo>
                <a:cubicBezTo>
                  <a:pt x="738489" y="371147"/>
                  <a:pt x="745769" y="390977"/>
                  <a:pt x="748533" y="412995"/>
                </a:cubicBezTo>
                <a:cubicBezTo>
                  <a:pt x="749834" y="423360"/>
                  <a:pt x="741263" y="431918"/>
                  <a:pt x="730816" y="431918"/>
                </a:cubicBezTo>
                <a:lnTo>
                  <a:pt x="656309" y="431918"/>
                </a:lnTo>
                <a:cubicBezTo>
                  <a:pt x="646598" y="431917"/>
                  <a:pt x="638881" y="424321"/>
                  <a:pt x="635505" y="415215"/>
                </a:cubicBezTo>
                <a:cubicBezTo>
                  <a:pt x="632047" y="405886"/>
                  <a:pt x="626347" y="398146"/>
                  <a:pt x="618397" y="392007"/>
                </a:cubicBezTo>
                <a:cubicBezTo>
                  <a:pt x="606261" y="382360"/>
                  <a:pt x="588903" y="377543"/>
                  <a:pt x="566343" y="377543"/>
                </a:cubicBezTo>
                <a:cubicBezTo>
                  <a:pt x="551407" y="377543"/>
                  <a:pt x="538959" y="379485"/>
                  <a:pt x="529002" y="383374"/>
                </a:cubicBezTo>
                <a:cubicBezTo>
                  <a:pt x="519045" y="387264"/>
                  <a:pt x="511574" y="392634"/>
                  <a:pt x="506595" y="399479"/>
                </a:cubicBezTo>
                <a:cubicBezTo>
                  <a:pt x="501617" y="406169"/>
                  <a:pt x="499057" y="413873"/>
                  <a:pt x="498902" y="422586"/>
                </a:cubicBezTo>
                <a:cubicBezTo>
                  <a:pt x="498591" y="429743"/>
                  <a:pt x="499991" y="436046"/>
                  <a:pt x="503103" y="441491"/>
                </a:cubicBezTo>
                <a:cubicBezTo>
                  <a:pt x="506370" y="446934"/>
                  <a:pt x="511033" y="451756"/>
                  <a:pt x="517097" y="455956"/>
                </a:cubicBezTo>
                <a:cubicBezTo>
                  <a:pt x="523321" y="460001"/>
                  <a:pt x="530791" y="463586"/>
                  <a:pt x="539504" y="466699"/>
                </a:cubicBezTo>
                <a:cubicBezTo>
                  <a:pt x="548217" y="469810"/>
                  <a:pt x="558022" y="472527"/>
                  <a:pt x="568912" y="474861"/>
                </a:cubicBezTo>
                <a:lnTo>
                  <a:pt x="609994" y="484203"/>
                </a:lnTo>
                <a:cubicBezTo>
                  <a:pt x="633643" y="489338"/>
                  <a:pt x="654495" y="496183"/>
                  <a:pt x="672542" y="504739"/>
                </a:cubicBezTo>
                <a:cubicBezTo>
                  <a:pt x="690745" y="513296"/>
                  <a:pt x="705995" y="523484"/>
                  <a:pt x="718285" y="535308"/>
                </a:cubicBezTo>
                <a:cubicBezTo>
                  <a:pt x="730732" y="547133"/>
                  <a:pt x="740145" y="560748"/>
                  <a:pt x="746524" y="576150"/>
                </a:cubicBezTo>
                <a:cubicBezTo>
                  <a:pt x="752904" y="591554"/>
                  <a:pt x="756172" y="608828"/>
                  <a:pt x="756327" y="627965"/>
                </a:cubicBezTo>
                <a:cubicBezTo>
                  <a:pt x="756172" y="658150"/>
                  <a:pt x="748543" y="684061"/>
                  <a:pt x="733451" y="705688"/>
                </a:cubicBezTo>
                <a:cubicBezTo>
                  <a:pt x="718359" y="727312"/>
                  <a:pt x="696655" y="743880"/>
                  <a:pt x="668341" y="755392"/>
                </a:cubicBezTo>
                <a:cubicBezTo>
                  <a:pt x="640179" y="766907"/>
                  <a:pt x="606174" y="772667"/>
                  <a:pt x="566343" y="772667"/>
                </a:cubicBezTo>
                <a:cubicBezTo>
                  <a:pt x="526357" y="772667"/>
                  <a:pt x="491508" y="766673"/>
                  <a:pt x="461791" y="754692"/>
                </a:cubicBezTo>
                <a:cubicBezTo>
                  <a:pt x="432074" y="742712"/>
                  <a:pt x="408964" y="724514"/>
                  <a:pt x="392471" y="700086"/>
                </a:cubicBezTo>
                <a:cubicBezTo>
                  <a:pt x="378862" y="679928"/>
                  <a:pt x="370707" y="655370"/>
                  <a:pt x="368010" y="626417"/>
                </a:cubicBezTo>
                <a:cubicBezTo>
                  <a:pt x="367040" y="616000"/>
                  <a:pt x="375587" y="607430"/>
                  <a:pt x="386050" y="607430"/>
                </a:cubicBezTo>
                <a:lnTo>
                  <a:pt x="459985" y="607430"/>
                </a:lnTo>
                <a:cubicBezTo>
                  <a:pt x="469915" y="607430"/>
                  <a:pt x="477823" y="615269"/>
                  <a:pt x="480356" y="624870"/>
                </a:cubicBezTo>
                <a:cubicBezTo>
                  <a:pt x="482448" y="632802"/>
                  <a:pt x="485677" y="639827"/>
                  <a:pt x="490030" y="645941"/>
                </a:cubicBezTo>
                <a:cubicBezTo>
                  <a:pt x="497342" y="656208"/>
                  <a:pt x="507381" y="663987"/>
                  <a:pt x="520138" y="669277"/>
                </a:cubicBezTo>
                <a:cubicBezTo>
                  <a:pt x="533051" y="674566"/>
                  <a:pt x="547985" y="677210"/>
                  <a:pt x="564942" y="677210"/>
                </a:cubicBezTo>
                <a:cubicBezTo>
                  <a:pt x="580501" y="677210"/>
                  <a:pt x="593731" y="675109"/>
                  <a:pt x="604623" y="670908"/>
                </a:cubicBezTo>
                <a:cubicBezTo>
                  <a:pt x="615670" y="666707"/>
                  <a:pt x="624148" y="660871"/>
                  <a:pt x="630061" y="653403"/>
                </a:cubicBezTo>
                <a:cubicBezTo>
                  <a:pt x="635972" y="645936"/>
                  <a:pt x="639007" y="637381"/>
                  <a:pt x="639163" y="627735"/>
                </a:cubicBezTo>
                <a:cubicBezTo>
                  <a:pt x="639007" y="618710"/>
                  <a:pt x="636206" y="611008"/>
                  <a:pt x="630761" y="604629"/>
                </a:cubicBezTo>
                <a:cubicBezTo>
                  <a:pt x="625315" y="598094"/>
                  <a:pt x="616911" y="592492"/>
                  <a:pt x="605553" y="587823"/>
                </a:cubicBezTo>
                <a:cubicBezTo>
                  <a:pt x="594351" y="583001"/>
                  <a:pt x="580036" y="578565"/>
                  <a:pt x="562611" y="574520"/>
                </a:cubicBezTo>
                <a:lnTo>
                  <a:pt x="512666" y="562847"/>
                </a:lnTo>
                <a:cubicBezTo>
                  <a:pt x="471280" y="553355"/>
                  <a:pt x="438683" y="538033"/>
                  <a:pt x="414878" y="516873"/>
                </a:cubicBezTo>
                <a:cubicBezTo>
                  <a:pt x="391072" y="495557"/>
                  <a:pt x="379251" y="466771"/>
                  <a:pt x="379407" y="430518"/>
                </a:cubicBezTo>
                <a:cubicBezTo>
                  <a:pt x="379252" y="400958"/>
                  <a:pt x="387181" y="375053"/>
                  <a:pt x="403205" y="352805"/>
                </a:cubicBezTo>
                <a:cubicBezTo>
                  <a:pt x="419230" y="330555"/>
                  <a:pt x="441407" y="313207"/>
                  <a:pt x="469724" y="300760"/>
                </a:cubicBezTo>
                <a:cubicBezTo>
                  <a:pt x="498041" y="288312"/>
                  <a:pt x="530329" y="282085"/>
                  <a:pt x="566582" y="282085"/>
                </a:cubicBezTo>
                <a:close/>
                <a:moveTo>
                  <a:pt x="1169851" y="527376"/>
                </a:moveTo>
                <a:cubicBezTo>
                  <a:pt x="1073621" y="356615"/>
                  <a:pt x="964183" y="193402"/>
                  <a:pt x="877388" y="17925"/>
                </a:cubicBezTo>
                <a:cubicBezTo>
                  <a:pt x="682098" y="22642"/>
                  <a:pt x="486809" y="32076"/>
                  <a:pt x="292462" y="17925"/>
                </a:cubicBezTo>
                <a:cubicBezTo>
                  <a:pt x="187742" y="183968"/>
                  <a:pt x="96229" y="356615"/>
                  <a:pt x="0" y="527376"/>
                </a:cubicBezTo>
                <a:cubicBezTo>
                  <a:pt x="113211" y="686815"/>
                  <a:pt x="202837" y="862293"/>
                  <a:pt x="292462" y="1036827"/>
                </a:cubicBezTo>
                <a:cubicBezTo>
                  <a:pt x="487752" y="1042488"/>
                  <a:pt x="682098" y="1033054"/>
                  <a:pt x="877388" y="1036827"/>
                </a:cubicBezTo>
                <a:cubicBezTo>
                  <a:pt x="980222" y="869841"/>
                  <a:pt x="1083999" y="703797"/>
                  <a:pt x="1169851" y="527376"/>
                </a:cubicBezTo>
                <a:moveTo>
                  <a:pt x="567000" y="282085"/>
                </a:moveTo>
                <a:cubicBezTo>
                  <a:pt x="531150" y="291519"/>
                  <a:pt x="494356" y="282085"/>
                  <a:pt x="469827" y="300953"/>
                </a:cubicBezTo>
                <a:cubicBezTo>
                  <a:pt x="445298" y="319822"/>
                  <a:pt x="419825" y="331143"/>
                  <a:pt x="402843" y="352842"/>
                </a:cubicBezTo>
                <a:cubicBezTo>
                  <a:pt x="385862" y="374541"/>
                  <a:pt x="373597" y="401900"/>
                  <a:pt x="379258" y="430203"/>
                </a:cubicBezTo>
                <a:cubicBezTo>
                  <a:pt x="392466" y="464166"/>
                  <a:pt x="393409" y="493413"/>
                  <a:pt x="415108" y="516998"/>
                </a:cubicBezTo>
                <a:cubicBezTo>
                  <a:pt x="435863" y="540584"/>
                  <a:pt x="472657" y="548131"/>
                  <a:pt x="512281" y="563226"/>
                </a:cubicBezTo>
                <a:cubicBezTo>
                  <a:pt x="528320" y="568887"/>
                  <a:pt x="546245" y="570774"/>
                  <a:pt x="562283" y="574547"/>
                </a:cubicBezTo>
                <a:cubicBezTo>
                  <a:pt x="580208" y="579265"/>
                  <a:pt x="596246" y="579265"/>
                  <a:pt x="605681" y="587755"/>
                </a:cubicBezTo>
                <a:cubicBezTo>
                  <a:pt x="616058" y="594360"/>
                  <a:pt x="624549" y="598133"/>
                  <a:pt x="631153" y="604737"/>
                </a:cubicBezTo>
                <a:cubicBezTo>
                  <a:pt x="636814" y="610398"/>
                  <a:pt x="640587" y="618889"/>
                  <a:pt x="638701" y="627380"/>
                </a:cubicBezTo>
                <a:cubicBezTo>
                  <a:pt x="635870" y="636814"/>
                  <a:pt x="635870" y="646248"/>
                  <a:pt x="630210" y="653795"/>
                </a:cubicBezTo>
                <a:cubicBezTo>
                  <a:pt x="623606" y="660400"/>
                  <a:pt x="614172" y="664173"/>
                  <a:pt x="604737" y="670777"/>
                </a:cubicBezTo>
                <a:cubicBezTo>
                  <a:pt x="595303" y="677381"/>
                  <a:pt x="580208" y="680211"/>
                  <a:pt x="565113" y="677381"/>
                </a:cubicBezTo>
                <a:cubicBezTo>
                  <a:pt x="548132" y="673607"/>
                  <a:pt x="532093" y="676438"/>
                  <a:pt x="519829" y="668890"/>
                </a:cubicBezTo>
                <a:cubicBezTo>
                  <a:pt x="507564" y="662286"/>
                  <a:pt x="498130" y="655682"/>
                  <a:pt x="489639" y="646248"/>
                </a:cubicBezTo>
                <a:cubicBezTo>
                  <a:pt x="484922" y="640587"/>
                  <a:pt x="484922" y="632097"/>
                  <a:pt x="480205" y="624549"/>
                </a:cubicBezTo>
                <a:cubicBezTo>
                  <a:pt x="475487" y="616058"/>
                  <a:pt x="469827" y="607567"/>
                  <a:pt x="460393" y="607567"/>
                </a:cubicBezTo>
                <a:cubicBezTo>
                  <a:pt x="434920" y="606624"/>
                  <a:pt x="409447" y="599077"/>
                  <a:pt x="385862" y="607567"/>
                </a:cubicBezTo>
                <a:cubicBezTo>
                  <a:pt x="376427" y="611341"/>
                  <a:pt x="366050" y="616058"/>
                  <a:pt x="367937" y="626436"/>
                </a:cubicBezTo>
                <a:cubicBezTo>
                  <a:pt x="371710" y="654739"/>
                  <a:pt x="376427" y="682098"/>
                  <a:pt x="392466" y="700023"/>
                </a:cubicBezTo>
                <a:cubicBezTo>
                  <a:pt x="412278" y="721722"/>
                  <a:pt x="430203" y="747195"/>
                  <a:pt x="461336" y="754742"/>
                </a:cubicBezTo>
                <a:cubicBezTo>
                  <a:pt x="493413" y="762290"/>
                  <a:pt x="526433" y="767950"/>
                  <a:pt x="566057" y="772667"/>
                </a:cubicBezTo>
                <a:cubicBezTo>
                  <a:pt x="605681" y="777385"/>
                  <a:pt x="638701" y="760403"/>
                  <a:pt x="667947" y="755686"/>
                </a:cubicBezTo>
                <a:cubicBezTo>
                  <a:pt x="698137" y="750025"/>
                  <a:pt x="713232" y="721722"/>
                  <a:pt x="733043" y="705684"/>
                </a:cubicBezTo>
                <a:cubicBezTo>
                  <a:pt x="753799" y="689646"/>
                  <a:pt x="763233" y="657569"/>
                  <a:pt x="756629" y="628323"/>
                </a:cubicBezTo>
                <a:cubicBezTo>
                  <a:pt x="757573" y="608511"/>
                  <a:pt x="750969" y="592473"/>
                  <a:pt x="746252" y="576434"/>
                </a:cubicBezTo>
                <a:cubicBezTo>
                  <a:pt x="742478" y="560396"/>
                  <a:pt x="730213" y="547188"/>
                  <a:pt x="717949" y="534923"/>
                </a:cubicBezTo>
                <a:cubicBezTo>
                  <a:pt x="705684" y="523602"/>
                  <a:pt x="688702" y="516998"/>
                  <a:pt x="672664" y="504734"/>
                </a:cubicBezTo>
                <a:cubicBezTo>
                  <a:pt x="656626" y="492469"/>
                  <a:pt x="633983" y="481148"/>
                  <a:pt x="610398" y="483978"/>
                </a:cubicBezTo>
                <a:cubicBezTo>
                  <a:pt x="596246" y="485865"/>
                  <a:pt x="583038" y="475487"/>
                  <a:pt x="568887" y="474544"/>
                </a:cubicBezTo>
                <a:cubicBezTo>
                  <a:pt x="557566" y="474544"/>
                  <a:pt x="549075" y="467940"/>
                  <a:pt x="539641" y="466997"/>
                </a:cubicBezTo>
                <a:cubicBezTo>
                  <a:pt x="530206" y="465110"/>
                  <a:pt x="521716" y="462280"/>
                  <a:pt x="516998" y="455675"/>
                </a:cubicBezTo>
                <a:cubicBezTo>
                  <a:pt x="510394" y="453789"/>
                  <a:pt x="507564" y="446241"/>
                  <a:pt x="502847" y="441524"/>
                </a:cubicBezTo>
                <a:cubicBezTo>
                  <a:pt x="499073" y="436807"/>
                  <a:pt x="499073" y="430203"/>
                  <a:pt x="499073" y="422655"/>
                </a:cubicBezTo>
                <a:cubicBezTo>
                  <a:pt x="498130" y="414165"/>
                  <a:pt x="502847" y="406617"/>
                  <a:pt x="506621" y="399070"/>
                </a:cubicBezTo>
                <a:cubicBezTo>
                  <a:pt x="510394" y="392466"/>
                  <a:pt x="518885" y="386805"/>
                  <a:pt x="529263" y="383031"/>
                </a:cubicBezTo>
                <a:cubicBezTo>
                  <a:pt x="539641" y="380201"/>
                  <a:pt x="551905" y="376427"/>
                  <a:pt x="566057" y="377371"/>
                </a:cubicBezTo>
                <a:cubicBezTo>
                  <a:pt x="588699" y="380201"/>
                  <a:pt x="606624" y="382088"/>
                  <a:pt x="617945" y="392466"/>
                </a:cubicBezTo>
                <a:cubicBezTo>
                  <a:pt x="626436" y="398126"/>
                  <a:pt x="632097" y="405674"/>
                  <a:pt x="635870" y="415108"/>
                </a:cubicBezTo>
                <a:cubicBezTo>
                  <a:pt x="638701" y="424542"/>
                  <a:pt x="647192" y="428316"/>
                  <a:pt x="656626" y="432090"/>
                </a:cubicBezTo>
                <a:cubicBezTo>
                  <a:pt x="679268" y="440581"/>
                  <a:pt x="707571" y="422655"/>
                  <a:pt x="731157" y="432090"/>
                </a:cubicBezTo>
                <a:cubicBezTo>
                  <a:pt x="740591" y="435863"/>
                  <a:pt x="749082" y="423599"/>
                  <a:pt x="748138" y="413221"/>
                </a:cubicBezTo>
                <a:cubicBezTo>
                  <a:pt x="747195" y="390579"/>
                  <a:pt x="740591" y="369823"/>
                  <a:pt x="726440" y="353785"/>
                </a:cubicBezTo>
                <a:cubicBezTo>
                  <a:pt x="708514" y="333030"/>
                  <a:pt x="688702" y="316991"/>
                  <a:pt x="663230" y="300953"/>
                </a:cubicBezTo>
                <a:cubicBezTo>
                  <a:pt x="639644" y="281141"/>
                  <a:pt x="603794" y="280198"/>
                  <a:pt x="567000" y="282085"/>
                </a:cubicBezTo>
                <a:moveTo>
                  <a:pt x="1169851" y="527376"/>
                </a:moveTo>
                <a:cubicBezTo>
                  <a:pt x="1154756" y="570774"/>
                  <a:pt x="1121736" y="605681"/>
                  <a:pt x="1101924" y="646248"/>
                </a:cubicBezTo>
                <a:cubicBezTo>
                  <a:pt x="1079282" y="690589"/>
                  <a:pt x="1054753" y="733987"/>
                  <a:pt x="1027393" y="775498"/>
                </a:cubicBezTo>
                <a:cubicBezTo>
                  <a:pt x="1000034" y="817009"/>
                  <a:pt x="983996" y="865123"/>
                  <a:pt x="952862" y="904747"/>
                </a:cubicBezTo>
                <a:cubicBezTo>
                  <a:pt x="921729" y="945315"/>
                  <a:pt x="914182" y="1002864"/>
                  <a:pt x="877388" y="1036827"/>
                </a:cubicBezTo>
                <a:cubicBezTo>
                  <a:pt x="831160" y="1052866"/>
                  <a:pt x="779272" y="1042488"/>
                  <a:pt x="730213" y="1036827"/>
                </a:cubicBezTo>
                <a:cubicBezTo>
                  <a:pt x="683042" y="1032110"/>
                  <a:pt x="632097" y="1018902"/>
                  <a:pt x="588699" y="1036827"/>
                </a:cubicBezTo>
                <a:cubicBezTo>
                  <a:pt x="540584" y="1056640"/>
                  <a:pt x="483035" y="1023620"/>
                  <a:pt x="433033" y="1036827"/>
                </a:cubicBezTo>
                <a:cubicBezTo>
                  <a:pt x="387749" y="1048149"/>
                  <a:pt x="338690" y="1044375"/>
                  <a:pt x="292462" y="1036827"/>
                </a:cubicBezTo>
                <a:cubicBezTo>
                  <a:pt x="249065" y="940598"/>
                  <a:pt x="171703" y="861350"/>
                  <a:pt x="134910" y="762290"/>
                </a:cubicBezTo>
                <a:cubicBezTo>
                  <a:pt x="103777" y="677381"/>
                  <a:pt x="17925" y="616058"/>
                  <a:pt x="0" y="527376"/>
                </a:cubicBezTo>
                <a:cubicBezTo>
                  <a:pt x="26416" y="466997"/>
                  <a:pt x="47171" y="398126"/>
                  <a:pt x="98116" y="356615"/>
                </a:cubicBezTo>
                <a:cubicBezTo>
                  <a:pt x="151892" y="313218"/>
                  <a:pt x="148118" y="219818"/>
                  <a:pt x="201893" y="175477"/>
                </a:cubicBezTo>
                <a:cubicBezTo>
                  <a:pt x="249065" y="136797"/>
                  <a:pt x="247178" y="57549"/>
                  <a:pt x="292462" y="17925"/>
                </a:cubicBezTo>
                <a:cubicBezTo>
                  <a:pt x="344351" y="6603"/>
                  <a:pt x="402843" y="0"/>
                  <a:pt x="452845" y="17925"/>
                </a:cubicBezTo>
                <a:cubicBezTo>
                  <a:pt x="497186" y="33020"/>
                  <a:pt x="546245" y="19811"/>
                  <a:pt x="592473" y="17925"/>
                </a:cubicBezTo>
                <a:cubicBezTo>
                  <a:pt x="641531" y="16038"/>
                  <a:pt x="690589" y="11321"/>
                  <a:pt x="738704" y="17925"/>
                </a:cubicBezTo>
                <a:cubicBezTo>
                  <a:pt x="784932" y="23585"/>
                  <a:pt x="833990" y="943"/>
                  <a:pt x="877388" y="17925"/>
                </a:cubicBezTo>
                <a:cubicBezTo>
                  <a:pt x="894370" y="63209"/>
                  <a:pt x="917012" y="106607"/>
                  <a:pt x="949089" y="142457"/>
                </a:cubicBezTo>
                <a:cubicBezTo>
                  <a:pt x="982109" y="180194"/>
                  <a:pt x="1012298" y="223592"/>
                  <a:pt x="1023620" y="271707"/>
                </a:cubicBezTo>
                <a:cubicBezTo>
                  <a:pt x="1034941" y="322652"/>
                  <a:pt x="1070791" y="366050"/>
                  <a:pt x="1101924" y="408504"/>
                </a:cubicBezTo>
                <a:cubicBezTo>
                  <a:pt x="1128340" y="445298"/>
                  <a:pt x="1152869" y="484922"/>
                  <a:pt x="1169851" y="527376"/>
                </a:cubicBezTo>
                <a:moveTo>
                  <a:pt x="567000" y="282085"/>
                </a:moveTo>
                <a:cubicBezTo>
                  <a:pt x="530206" y="279254"/>
                  <a:pt x="497186" y="287745"/>
                  <a:pt x="469827" y="300953"/>
                </a:cubicBezTo>
                <a:cubicBezTo>
                  <a:pt x="441524" y="314161"/>
                  <a:pt x="426429" y="337747"/>
                  <a:pt x="402843" y="352842"/>
                </a:cubicBezTo>
                <a:cubicBezTo>
                  <a:pt x="380201" y="366993"/>
                  <a:pt x="376427" y="400957"/>
                  <a:pt x="379258" y="430203"/>
                </a:cubicBezTo>
                <a:cubicBezTo>
                  <a:pt x="375484" y="466997"/>
                  <a:pt x="384918" y="504734"/>
                  <a:pt x="415108" y="516998"/>
                </a:cubicBezTo>
                <a:cubicBezTo>
                  <a:pt x="444354" y="529263"/>
                  <a:pt x="471714" y="553792"/>
                  <a:pt x="512281" y="563226"/>
                </a:cubicBezTo>
                <a:cubicBezTo>
                  <a:pt x="529263" y="567000"/>
                  <a:pt x="545301" y="572661"/>
                  <a:pt x="562283" y="574547"/>
                </a:cubicBezTo>
                <a:cubicBezTo>
                  <a:pt x="580208" y="576434"/>
                  <a:pt x="596246" y="580208"/>
                  <a:pt x="605681" y="587755"/>
                </a:cubicBezTo>
                <a:cubicBezTo>
                  <a:pt x="615115" y="595303"/>
                  <a:pt x="627380" y="597190"/>
                  <a:pt x="631153" y="604737"/>
                </a:cubicBezTo>
                <a:cubicBezTo>
                  <a:pt x="633983" y="612285"/>
                  <a:pt x="638701" y="618889"/>
                  <a:pt x="638701" y="627380"/>
                </a:cubicBezTo>
                <a:cubicBezTo>
                  <a:pt x="640587" y="636814"/>
                  <a:pt x="637757" y="648135"/>
                  <a:pt x="630210" y="653795"/>
                </a:cubicBezTo>
                <a:cubicBezTo>
                  <a:pt x="622662" y="658513"/>
                  <a:pt x="616058" y="667947"/>
                  <a:pt x="604737" y="670777"/>
                </a:cubicBezTo>
                <a:cubicBezTo>
                  <a:pt x="593416" y="673607"/>
                  <a:pt x="579265" y="671721"/>
                  <a:pt x="565113" y="677381"/>
                </a:cubicBezTo>
                <a:cubicBezTo>
                  <a:pt x="549075" y="683042"/>
                  <a:pt x="530206" y="678325"/>
                  <a:pt x="519829" y="668890"/>
                </a:cubicBezTo>
                <a:cubicBezTo>
                  <a:pt x="510394" y="660400"/>
                  <a:pt x="499073" y="654739"/>
                  <a:pt x="489639" y="646248"/>
                </a:cubicBezTo>
                <a:cubicBezTo>
                  <a:pt x="484922" y="640587"/>
                  <a:pt x="480205" y="633040"/>
                  <a:pt x="480205" y="624549"/>
                </a:cubicBezTo>
                <a:cubicBezTo>
                  <a:pt x="480205" y="615115"/>
                  <a:pt x="469827" y="605681"/>
                  <a:pt x="460393" y="607567"/>
                </a:cubicBezTo>
                <a:cubicBezTo>
                  <a:pt x="435863" y="611341"/>
                  <a:pt x="409447" y="614171"/>
                  <a:pt x="385862" y="607567"/>
                </a:cubicBezTo>
                <a:cubicBezTo>
                  <a:pt x="376427" y="604737"/>
                  <a:pt x="369823" y="616058"/>
                  <a:pt x="367937" y="626436"/>
                </a:cubicBezTo>
                <a:cubicBezTo>
                  <a:pt x="363220" y="654739"/>
                  <a:pt x="375484" y="683042"/>
                  <a:pt x="392466" y="700023"/>
                </a:cubicBezTo>
                <a:cubicBezTo>
                  <a:pt x="413221" y="720779"/>
                  <a:pt x="431146" y="745308"/>
                  <a:pt x="461336" y="754742"/>
                </a:cubicBezTo>
                <a:cubicBezTo>
                  <a:pt x="492469" y="764177"/>
                  <a:pt x="526433" y="768894"/>
                  <a:pt x="566057" y="772667"/>
                </a:cubicBezTo>
                <a:cubicBezTo>
                  <a:pt x="605681" y="776441"/>
                  <a:pt x="638701" y="759460"/>
                  <a:pt x="667947" y="755686"/>
                </a:cubicBezTo>
                <a:cubicBezTo>
                  <a:pt x="699080" y="750969"/>
                  <a:pt x="711345" y="719835"/>
                  <a:pt x="733043" y="705684"/>
                </a:cubicBezTo>
                <a:cubicBezTo>
                  <a:pt x="755686" y="691533"/>
                  <a:pt x="753799" y="657569"/>
                  <a:pt x="756629" y="628323"/>
                </a:cubicBezTo>
                <a:cubicBezTo>
                  <a:pt x="750969" y="609454"/>
                  <a:pt x="757573" y="588699"/>
                  <a:pt x="746252" y="576434"/>
                </a:cubicBezTo>
                <a:cubicBezTo>
                  <a:pt x="734930" y="564170"/>
                  <a:pt x="727383" y="550018"/>
                  <a:pt x="717949" y="534923"/>
                </a:cubicBezTo>
                <a:cubicBezTo>
                  <a:pt x="709458" y="520772"/>
                  <a:pt x="692476" y="508507"/>
                  <a:pt x="672664" y="504734"/>
                </a:cubicBezTo>
                <a:cubicBezTo>
                  <a:pt x="652852" y="500960"/>
                  <a:pt x="633040" y="491526"/>
                  <a:pt x="610398" y="483978"/>
                </a:cubicBezTo>
                <a:cubicBezTo>
                  <a:pt x="596246" y="480205"/>
                  <a:pt x="582095" y="480205"/>
                  <a:pt x="568887" y="474544"/>
                </a:cubicBezTo>
                <a:cubicBezTo>
                  <a:pt x="558509" y="470770"/>
                  <a:pt x="548132" y="468883"/>
                  <a:pt x="539641" y="466997"/>
                </a:cubicBezTo>
                <a:cubicBezTo>
                  <a:pt x="530206" y="464166"/>
                  <a:pt x="521716" y="462280"/>
                  <a:pt x="516998" y="455675"/>
                </a:cubicBezTo>
                <a:cubicBezTo>
                  <a:pt x="511338" y="451902"/>
                  <a:pt x="504734" y="448128"/>
                  <a:pt x="502847" y="441524"/>
                </a:cubicBezTo>
                <a:cubicBezTo>
                  <a:pt x="501903" y="434920"/>
                  <a:pt x="496243" y="429260"/>
                  <a:pt x="499073" y="422655"/>
                </a:cubicBezTo>
                <a:cubicBezTo>
                  <a:pt x="496243" y="414165"/>
                  <a:pt x="502847" y="407561"/>
                  <a:pt x="506621" y="399070"/>
                </a:cubicBezTo>
                <a:cubicBezTo>
                  <a:pt x="510394" y="391522"/>
                  <a:pt x="518885" y="384918"/>
                  <a:pt x="529263" y="383031"/>
                </a:cubicBezTo>
                <a:cubicBezTo>
                  <a:pt x="539641" y="382088"/>
                  <a:pt x="551905" y="373597"/>
                  <a:pt x="566057" y="377371"/>
                </a:cubicBezTo>
                <a:cubicBezTo>
                  <a:pt x="588699" y="383031"/>
                  <a:pt x="608511" y="380201"/>
                  <a:pt x="617945" y="392466"/>
                </a:cubicBezTo>
                <a:cubicBezTo>
                  <a:pt x="624549" y="400013"/>
                  <a:pt x="635870" y="405674"/>
                  <a:pt x="635870" y="415108"/>
                </a:cubicBezTo>
                <a:cubicBezTo>
                  <a:pt x="634927" y="424542"/>
                  <a:pt x="646248" y="433033"/>
                  <a:pt x="656626" y="432090"/>
                </a:cubicBezTo>
                <a:cubicBezTo>
                  <a:pt x="681155" y="430203"/>
                  <a:pt x="706627" y="427373"/>
                  <a:pt x="731157" y="432090"/>
                </a:cubicBezTo>
                <a:cubicBezTo>
                  <a:pt x="741534" y="433977"/>
                  <a:pt x="750025" y="423599"/>
                  <a:pt x="748138" y="413221"/>
                </a:cubicBezTo>
                <a:cubicBezTo>
                  <a:pt x="746252" y="390579"/>
                  <a:pt x="742478" y="367937"/>
                  <a:pt x="726440" y="353785"/>
                </a:cubicBezTo>
                <a:cubicBezTo>
                  <a:pt x="706627" y="335860"/>
                  <a:pt x="692476" y="302840"/>
                  <a:pt x="663230" y="300953"/>
                </a:cubicBezTo>
                <a:cubicBezTo>
                  <a:pt x="634927" y="289632"/>
                  <a:pt x="602850" y="274537"/>
                  <a:pt x="567000" y="282085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68189" y="2391229"/>
            <a:ext cx="828330" cy="1228344"/>
          </a:xfrm>
          <a:custGeom>
            <a:avLst/>
            <a:gdLst/>
            <a:ahLst/>
            <a:cxnLst/>
            <a:rect l="0" t="0" r="0" b="0"/>
            <a:pathLst>
              <a:path w="828330" h="1228344">
                <a:moveTo>
                  <a:pt x="0" y="968901"/>
                </a:moveTo>
                <a:lnTo>
                  <a:pt x="330200" y="402843"/>
                </a:lnTo>
                <a:lnTo>
                  <a:pt x="650965" y="402843"/>
                </a:lnTo>
                <a:lnTo>
                  <a:pt x="650965" y="119815"/>
                </a:lnTo>
                <a:moveTo>
                  <a:pt x="594360" y="63209"/>
                </a:moveTo>
                <a:cubicBezTo>
                  <a:pt x="594360" y="31947"/>
                  <a:pt x="619703" y="6603"/>
                  <a:pt x="650965" y="6603"/>
                </a:cubicBezTo>
                <a:cubicBezTo>
                  <a:pt x="682228" y="6603"/>
                  <a:pt x="707571" y="31947"/>
                  <a:pt x="707571" y="63209"/>
                </a:cubicBezTo>
                <a:cubicBezTo>
                  <a:pt x="707571" y="94472"/>
                  <a:pt x="682228" y="119815"/>
                  <a:pt x="650965" y="119815"/>
                </a:cubicBezTo>
                <a:cubicBezTo>
                  <a:pt x="619703" y="119815"/>
                  <a:pt x="594360" y="94472"/>
                  <a:pt x="594360" y="63209"/>
                </a:cubicBezTo>
                <a:moveTo>
                  <a:pt x="722353" y="873445"/>
                </a:moveTo>
                <a:lnTo>
                  <a:pt x="796855" y="873445"/>
                </a:lnTo>
                <a:cubicBezTo>
                  <a:pt x="807303" y="873445"/>
                  <a:pt x="815874" y="864887"/>
                  <a:pt x="814574" y="854521"/>
                </a:cubicBezTo>
                <a:cubicBezTo>
                  <a:pt x="811810" y="832501"/>
                  <a:pt x="804527" y="812669"/>
                  <a:pt x="792725" y="795026"/>
                </a:cubicBezTo>
                <a:cubicBezTo>
                  <a:pt x="777632" y="772466"/>
                  <a:pt x="756394" y="754961"/>
                  <a:pt x="729009" y="742514"/>
                </a:cubicBezTo>
                <a:cubicBezTo>
                  <a:pt x="701781" y="729910"/>
                  <a:pt x="669651" y="723609"/>
                  <a:pt x="632620" y="723609"/>
                </a:cubicBezTo>
                <a:cubicBezTo>
                  <a:pt x="596367" y="723609"/>
                  <a:pt x="564082" y="729833"/>
                  <a:pt x="535764" y="742281"/>
                </a:cubicBezTo>
                <a:cubicBezTo>
                  <a:pt x="507446" y="754727"/>
                  <a:pt x="485275" y="772076"/>
                  <a:pt x="469249" y="794326"/>
                </a:cubicBezTo>
                <a:cubicBezTo>
                  <a:pt x="453223" y="816576"/>
                  <a:pt x="445286" y="842482"/>
                  <a:pt x="445442" y="872044"/>
                </a:cubicBezTo>
                <a:cubicBezTo>
                  <a:pt x="445286" y="908298"/>
                  <a:pt x="457112" y="937082"/>
                  <a:pt x="480918" y="958398"/>
                </a:cubicBezTo>
                <a:cubicBezTo>
                  <a:pt x="504723" y="979559"/>
                  <a:pt x="537320" y="994885"/>
                  <a:pt x="578707" y="1004375"/>
                </a:cubicBezTo>
                <a:lnTo>
                  <a:pt x="628652" y="1016045"/>
                </a:lnTo>
                <a:cubicBezTo>
                  <a:pt x="646079" y="1020090"/>
                  <a:pt x="660393" y="1024525"/>
                  <a:pt x="671596" y="1029348"/>
                </a:cubicBezTo>
                <a:cubicBezTo>
                  <a:pt x="682954" y="1034016"/>
                  <a:pt x="691356" y="1039617"/>
                  <a:pt x="696802" y="1046152"/>
                </a:cubicBezTo>
                <a:cubicBezTo>
                  <a:pt x="702248" y="1052532"/>
                  <a:pt x="705048" y="1060233"/>
                  <a:pt x="705204" y="1069258"/>
                </a:cubicBezTo>
                <a:cubicBezTo>
                  <a:pt x="705048" y="1078904"/>
                  <a:pt x="702014" y="1087462"/>
                  <a:pt x="696102" y="1094930"/>
                </a:cubicBezTo>
                <a:cubicBezTo>
                  <a:pt x="690189" y="1102399"/>
                  <a:pt x="681710" y="1108234"/>
                  <a:pt x="670662" y="1112435"/>
                </a:cubicBezTo>
                <a:cubicBezTo>
                  <a:pt x="659771" y="1116636"/>
                  <a:pt x="646545" y="1118736"/>
                  <a:pt x="630986" y="1118736"/>
                </a:cubicBezTo>
                <a:cubicBezTo>
                  <a:pt x="614027" y="1118736"/>
                  <a:pt x="599090" y="1116091"/>
                  <a:pt x="586176" y="1110801"/>
                </a:cubicBezTo>
                <a:cubicBezTo>
                  <a:pt x="573417" y="1105511"/>
                  <a:pt x="563381" y="1097731"/>
                  <a:pt x="556069" y="1087462"/>
                </a:cubicBezTo>
                <a:cubicBezTo>
                  <a:pt x="551715" y="1081348"/>
                  <a:pt x="548492" y="1074325"/>
                  <a:pt x="546399" y="1066391"/>
                </a:cubicBezTo>
                <a:cubicBezTo>
                  <a:pt x="543867" y="1056790"/>
                  <a:pt x="535955" y="1048953"/>
                  <a:pt x="526025" y="1048953"/>
                </a:cubicBezTo>
                <a:lnTo>
                  <a:pt x="452087" y="1048953"/>
                </a:lnTo>
                <a:cubicBezTo>
                  <a:pt x="441624" y="1048953"/>
                  <a:pt x="433081" y="1057523"/>
                  <a:pt x="434052" y="1067941"/>
                </a:cubicBezTo>
                <a:cubicBezTo>
                  <a:pt x="436748" y="1096894"/>
                  <a:pt x="444902" y="1121449"/>
                  <a:pt x="458512" y="1141608"/>
                </a:cubicBezTo>
                <a:cubicBezTo>
                  <a:pt x="475005" y="1166037"/>
                  <a:pt x="498111" y="1184240"/>
                  <a:pt x="527829" y="1196221"/>
                </a:cubicBezTo>
                <a:cubicBezTo>
                  <a:pt x="557547" y="1208202"/>
                  <a:pt x="592399" y="1214192"/>
                  <a:pt x="632387" y="1214192"/>
                </a:cubicBezTo>
                <a:cubicBezTo>
                  <a:pt x="672219" y="1214192"/>
                  <a:pt x="706215" y="1208435"/>
                  <a:pt x="734378" y="1196922"/>
                </a:cubicBezTo>
                <a:cubicBezTo>
                  <a:pt x="762695" y="1185407"/>
                  <a:pt x="784401" y="1168837"/>
                  <a:pt x="799493" y="1147210"/>
                </a:cubicBezTo>
                <a:cubicBezTo>
                  <a:pt x="814585" y="1125582"/>
                  <a:pt x="822210" y="1099676"/>
                  <a:pt x="822365" y="1069491"/>
                </a:cubicBezTo>
                <a:cubicBezTo>
                  <a:pt x="822210" y="1050353"/>
                  <a:pt x="818942" y="1033082"/>
                  <a:pt x="812563" y="1017679"/>
                </a:cubicBezTo>
                <a:cubicBezTo>
                  <a:pt x="806184" y="1002275"/>
                  <a:pt x="796770" y="988661"/>
                  <a:pt x="784323" y="976836"/>
                </a:cubicBezTo>
                <a:cubicBezTo>
                  <a:pt x="772031" y="965011"/>
                  <a:pt x="756783" y="954820"/>
                  <a:pt x="738579" y="946262"/>
                </a:cubicBezTo>
                <a:cubicBezTo>
                  <a:pt x="720530" y="937704"/>
                  <a:pt x="699680" y="930859"/>
                  <a:pt x="676030" y="925724"/>
                </a:cubicBezTo>
                <a:lnTo>
                  <a:pt x="634954" y="916388"/>
                </a:lnTo>
                <a:cubicBezTo>
                  <a:pt x="624062" y="914054"/>
                  <a:pt x="614260" y="911332"/>
                  <a:pt x="605547" y="908219"/>
                </a:cubicBezTo>
                <a:cubicBezTo>
                  <a:pt x="596834" y="905108"/>
                  <a:pt x="589366" y="901529"/>
                  <a:pt x="583142" y="897484"/>
                </a:cubicBezTo>
                <a:cubicBezTo>
                  <a:pt x="577074" y="893283"/>
                  <a:pt x="572406" y="888459"/>
                  <a:pt x="569139" y="883014"/>
                </a:cubicBezTo>
                <a:cubicBezTo>
                  <a:pt x="566026" y="877568"/>
                  <a:pt x="564626" y="871266"/>
                  <a:pt x="564938" y="864109"/>
                </a:cubicBezTo>
                <a:cubicBezTo>
                  <a:pt x="565093" y="855396"/>
                  <a:pt x="567660" y="847695"/>
                  <a:pt x="572639" y="841004"/>
                </a:cubicBezTo>
                <a:cubicBezTo>
                  <a:pt x="577618" y="834157"/>
                  <a:pt x="585087" y="828789"/>
                  <a:pt x="595044" y="824899"/>
                </a:cubicBezTo>
                <a:cubicBezTo>
                  <a:pt x="605002" y="821010"/>
                  <a:pt x="617450" y="819065"/>
                  <a:pt x="632387" y="819065"/>
                </a:cubicBezTo>
                <a:cubicBezTo>
                  <a:pt x="654947" y="819065"/>
                  <a:pt x="672296" y="823888"/>
                  <a:pt x="684432" y="833536"/>
                </a:cubicBezTo>
                <a:cubicBezTo>
                  <a:pt x="692384" y="839675"/>
                  <a:pt x="698089" y="847411"/>
                  <a:pt x="701548" y="856740"/>
                </a:cubicBezTo>
                <a:cubicBezTo>
                  <a:pt x="704924" y="865847"/>
                  <a:pt x="712640" y="873445"/>
                  <a:pt x="722353" y="873445"/>
                </a:cubicBezTo>
                <a:close/>
                <a:moveTo>
                  <a:pt x="650965" y="119815"/>
                </a:moveTo>
                <a:cubicBezTo>
                  <a:pt x="635870" y="213214"/>
                  <a:pt x="648135" y="308501"/>
                  <a:pt x="650965" y="402843"/>
                </a:cubicBezTo>
                <a:cubicBezTo>
                  <a:pt x="544358" y="404730"/>
                  <a:pt x="436807" y="410391"/>
                  <a:pt x="330200" y="402843"/>
                </a:cubicBezTo>
                <a:cubicBezTo>
                  <a:pt x="233026" y="599077"/>
                  <a:pt x="112267" y="782102"/>
                  <a:pt x="0" y="968901"/>
                </a:cubicBezTo>
                <a:moveTo>
                  <a:pt x="594360" y="63209"/>
                </a:moveTo>
                <a:cubicBezTo>
                  <a:pt x="586812" y="93399"/>
                  <a:pt x="619832" y="117928"/>
                  <a:pt x="650965" y="119815"/>
                </a:cubicBezTo>
                <a:cubicBezTo>
                  <a:pt x="682098" y="121702"/>
                  <a:pt x="713232" y="94342"/>
                  <a:pt x="707571" y="63209"/>
                </a:cubicBezTo>
                <a:cubicBezTo>
                  <a:pt x="701910" y="32076"/>
                  <a:pt x="682098" y="4717"/>
                  <a:pt x="650965" y="6603"/>
                </a:cubicBezTo>
                <a:cubicBezTo>
                  <a:pt x="619832" y="8490"/>
                  <a:pt x="583038" y="33963"/>
                  <a:pt x="594360" y="63209"/>
                </a:cubicBezTo>
                <a:moveTo>
                  <a:pt x="722666" y="873614"/>
                </a:moveTo>
                <a:cubicBezTo>
                  <a:pt x="712288" y="873614"/>
                  <a:pt x="704741" y="866067"/>
                  <a:pt x="701910" y="856633"/>
                </a:cubicBezTo>
                <a:cubicBezTo>
                  <a:pt x="698137" y="847198"/>
                  <a:pt x="693420" y="838707"/>
                  <a:pt x="683985" y="833990"/>
                </a:cubicBezTo>
                <a:cubicBezTo>
                  <a:pt x="670777" y="825500"/>
                  <a:pt x="654739" y="819839"/>
                  <a:pt x="632097" y="818896"/>
                </a:cubicBezTo>
                <a:cubicBezTo>
                  <a:pt x="617002" y="818896"/>
                  <a:pt x="603794" y="819839"/>
                  <a:pt x="595303" y="824556"/>
                </a:cubicBezTo>
                <a:cubicBezTo>
                  <a:pt x="585869" y="830217"/>
                  <a:pt x="575491" y="833047"/>
                  <a:pt x="572661" y="840594"/>
                </a:cubicBezTo>
                <a:cubicBezTo>
                  <a:pt x="569830" y="849085"/>
                  <a:pt x="566057" y="855689"/>
                  <a:pt x="565113" y="864180"/>
                </a:cubicBezTo>
                <a:cubicBezTo>
                  <a:pt x="563226" y="870784"/>
                  <a:pt x="565113" y="878331"/>
                  <a:pt x="568887" y="883049"/>
                </a:cubicBezTo>
                <a:cubicBezTo>
                  <a:pt x="573604" y="887766"/>
                  <a:pt x="576434" y="895313"/>
                  <a:pt x="583038" y="897200"/>
                </a:cubicBezTo>
                <a:cubicBezTo>
                  <a:pt x="588699" y="901917"/>
                  <a:pt x="596246" y="908521"/>
                  <a:pt x="605681" y="908521"/>
                </a:cubicBezTo>
                <a:cubicBezTo>
                  <a:pt x="615115" y="907578"/>
                  <a:pt x="624549" y="912295"/>
                  <a:pt x="634927" y="916069"/>
                </a:cubicBezTo>
                <a:cubicBezTo>
                  <a:pt x="648135" y="921729"/>
                  <a:pt x="662286" y="927390"/>
                  <a:pt x="676438" y="925503"/>
                </a:cubicBezTo>
                <a:cubicBezTo>
                  <a:pt x="700023" y="923616"/>
                  <a:pt x="724553" y="932107"/>
                  <a:pt x="738704" y="946258"/>
                </a:cubicBezTo>
                <a:cubicBezTo>
                  <a:pt x="752856" y="960410"/>
                  <a:pt x="768894" y="969844"/>
                  <a:pt x="783989" y="976448"/>
                </a:cubicBezTo>
                <a:cubicBezTo>
                  <a:pt x="800027" y="983996"/>
                  <a:pt x="803801" y="1003807"/>
                  <a:pt x="812292" y="1017959"/>
                </a:cubicBezTo>
                <a:cubicBezTo>
                  <a:pt x="821726" y="1032110"/>
                  <a:pt x="822669" y="1050036"/>
                  <a:pt x="822669" y="1069847"/>
                </a:cubicBezTo>
                <a:cubicBezTo>
                  <a:pt x="828330" y="1099094"/>
                  <a:pt x="811348" y="1123623"/>
                  <a:pt x="799083" y="1147209"/>
                </a:cubicBezTo>
                <a:cubicBezTo>
                  <a:pt x="787762" y="1170794"/>
                  <a:pt x="764177" y="1189663"/>
                  <a:pt x="733987" y="1197210"/>
                </a:cubicBezTo>
                <a:cubicBezTo>
                  <a:pt x="704741" y="1203814"/>
                  <a:pt x="672664" y="1213249"/>
                  <a:pt x="632097" y="1214192"/>
                </a:cubicBezTo>
                <a:cubicBezTo>
                  <a:pt x="592473" y="1215136"/>
                  <a:pt x="556622" y="1209475"/>
                  <a:pt x="527376" y="1196267"/>
                </a:cubicBezTo>
                <a:cubicBezTo>
                  <a:pt x="499073" y="1183059"/>
                  <a:pt x="470770" y="1168907"/>
                  <a:pt x="458506" y="1141548"/>
                </a:cubicBezTo>
                <a:cubicBezTo>
                  <a:pt x="448128" y="1119849"/>
                  <a:pt x="435863" y="1097207"/>
                  <a:pt x="433977" y="1067961"/>
                </a:cubicBezTo>
                <a:cubicBezTo>
                  <a:pt x="433033" y="1057583"/>
                  <a:pt x="441524" y="1050979"/>
                  <a:pt x="451902" y="1049092"/>
                </a:cubicBezTo>
                <a:cubicBezTo>
                  <a:pt x="476431" y="1045318"/>
                  <a:pt x="501903" y="1046262"/>
                  <a:pt x="526433" y="1049092"/>
                </a:cubicBezTo>
                <a:cubicBezTo>
                  <a:pt x="535867" y="1050036"/>
                  <a:pt x="545301" y="1056640"/>
                  <a:pt x="546245" y="1066074"/>
                </a:cubicBezTo>
                <a:cubicBezTo>
                  <a:pt x="547188" y="1074565"/>
                  <a:pt x="550018" y="1083056"/>
                  <a:pt x="555679" y="1087773"/>
                </a:cubicBezTo>
                <a:cubicBezTo>
                  <a:pt x="566057" y="1095320"/>
                  <a:pt x="573604" y="1105698"/>
                  <a:pt x="585869" y="1110415"/>
                </a:cubicBezTo>
                <a:cubicBezTo>
                  <a:pt x="599077" y="1116076"/>
                  <a:pt x="615115" y="1114189"/>
                  <a:pt x="631153" y="1118906"/>
                </a:cubicBezTo>
                <a:cubicBezTo>
                  <a:pt x="646248" y="1123623"/>
                  <a:pt x="659456" y="1113245"/>
                  <a:pt x="670777" y="1112302"/>
                </a:cubicBezTo>
                <a:cubicBezTo>
                  <a:pt x="682098" y="1111358"/>
                  <a:pt x="692476" y="1103811"/>
                  <a:pt x="696250" y="1095320"/>
                </a:cubicBezTo>
                <a:cubicBezTo>
                  <a:pt x="700023" y="1085886"/>
                  <a:pt x="704741" y="1079282"/>
                  <a:pt x="704741" y="1068904"/>
                </a:cubicBezTo>
                <a:cubicBezTo>
                  <a:pt x="706627" y="1060413"/>
                  <a:pt x="700023" y="1053809"/>
                  <a:pt x="697193" y="1046262"/>
                </a:cubicBezTo>
                <a:cubicBezTo>
                  <a:pt x="693420" y="1038714"/>
                  <a:pt x="682098" y="1035884"/>
                  <a:pt x="671721" y="1029280"/>
                </a:cubicBezTo>
                <a:cubicBezTo>
                  <a:pt x="659456" y="1026450"/>
                  <a:pt x="646248" y="1017016"/>
                  <a:pt x="628323" y="1016072"/>
                </a:cubicBezTo>
                <a:cubicBezTo>
                  <a:pt x="611341" y="1015129"/>
                  <a:pt x="594360" y="1011355"/>
                  <a:pt x="578321" y="1004751"/>
                </a:cubicBezTo>
                <a:cubicBezTo>
                  <a:pt x="539641" y="987769"/>
                  <a:pt x="507564" y="976448"/>
                  <a:pt x="481148" y="958523"/>
                </a:cubicBezTo>
                <a:cubicBezTo>
                  <a:pt x="454732" y="940598"/>
                  <a:pt x="454732" y="906634"/>
                  <a:pt x="445298" y="871727"/>
                </a:cubicBezTo>
                <a:cubicBezTo>
                  <a:pt x="444354" y="842481"/>
                  <a:pt x="451902" y="815122"/>
                  <a:pt x="468883" y="794366"/>
                </a:cubicBezTo>
                <a:cubicBezTo>
                  <a:pt x="486809" y="773611"/>
                  <a:pt x="507564" y="754742"/>
                  <a:pt x="535867" y="742478"/>
                </a:cubicBezTo>
                <a:cubicBezTo>
                  <a:pt x="564170" y="729270"/>
                  <a:pt x="596246" y="723609"/>
                  <a:pt x="633040" y="723609"/>
                </a:cubicBezTo>
                <a:cubicBezTo>
                  <a:pt x="669834" y="723609"/>
                  <a:pt x="700967" y="730213"/>
                  <a:pt x="729270" y="742478"/>
                </a:cubicBezTo>
                <a:cubicBezTo>
                  <a:pt x="759460" y="743421"/>
                  <a:pt x="776441" y="773611"/>
                  <a:pt x="792480" y="795310"/>
                </a:cubicBezTo>
                <a:cubicBezTo>
                  <a:pt x="805687" y="812291"/>
                  <a:pt x="807574" y="833047"/>
                  <a:pt x="814178" y="854746"/>
                </a:cubicBezTo>
                <a:cubicBezTo>
                  <a:pt x="817952" y="864180"/>
                  <a:pt x="807574" y="872671"/>
                  <a:pt x="797197" y="873614"/>
                </a:cubicBezTo>
                <a:cubicBezTo>
                  <a:pt x="771724" y="875501"/>
                  <a:pt x="746252" y="880218"/>
                  <a:pt x="722666" y="873614"/>
                </a:cubicBezTo>
                <a:moveTo>
                  <a:pt x="650965" y="119815"/>
                </a:moveTo>
                <a:cubicBezTo>
                  <a:pt x="623606" y="210384"/>
                  <a:pt x="635870" y="309444"/>
                  <a:pt x="650965" y="402843"/>
                </a:cubicBezTo>
                <a:cubicBezTo>
                  <a:pt x="550018" y="367937"/>
                  <a:pt x="436807" y="400957"/>
                  <a:pt x="330200" y="402843"/>
                </a:cubicBezTo>
                <a:cubicBezTo>
                  <a:pt x="281141" y="458506"/>
                  <a:pt x="276424" y="550962"/>
                  <a:pt x="217932" y="596246"/>
                </a:cubicBezTo>
                <a:cubicBezTo>
                  <a:pt x="160382" y="639644"/>
                  <a:pt x="143401" y="717949"/>
                  <a:pt x="109437" y="780215"/>
                </a:cubicBezTo>
                <a:cubicBezTo>
                  <a:pt x="75474" y="844368"/>
                  <a:pt x="45284" y="912295"/>
                  <a:pt x="0" y="968901"/>
                </a:cubicBezTo>
                <a:moveTo>
                  <a:pt x="594360" y="63209"/>
                </a:moveTo>
                <a:cubicBezTo>
                  <a:pt x="606624" y="92455"/>
                  <a:pt x="619832" y="116985"/>
                  <a:pt x="650965" y="119815"/>
                </a:cubicBezTo>
                <a:cubicBezTo>
                  <a:pt x="682098" y="122645"/>
                  <a:pt x="700967" y="93399"/>
                  <a:pt x="707571" y="63209"/>
                </a:cubicBezTo>
                <a:cubicBezTo>
                  <a:pt x="714175" y="33020"/>
                  <a:pt x="681155" y="14151"/>
                  <a:pt x="650965" y="6603"/>
                </a:cubicBezTo>
                <a:cubicBezTo>
                  <a:pt x="620776" y="0"/>
                  <a:pt x="603794" y="33020"/>
                  <a:pt x="594360" y="63209"/>
                </a:cubicBezTo>
                <a:moveTo>
                  <a:pt x="722666" y="873614"/>
                </a:moveTo>
                <a:cubicBezTo>
                  <a:pt x="713232" y="870784"/>
                  <a:pt x="707571" y="864180"/>
                  <a:pt x="701910" y="856633"/>
                </a:cubicBezTo>
                <a:cubicBezTo>
                  <a:pt x="695306" y="849085"/>
                  <a:pt x="692476" y="838707"/>
                  <a:pt x="683985" y="833990"/>
                </a:cubicBezTo>
                <a:cubicBezTo>
                  <a:pt x="671721" y="825500"/>
                  <a:pt x="654739" y="820782"/>
                  <a:pt x="632097" y="818896"/>
                </a:cubicBezTo>
                <a:cubicBezTo>
                  <a:pt x="617945" y="817952"/>
                  <a:pt x="605681" y="821726"/>
                  <a:pt x="595303" y="824556"/>
                </a:cubicBezTo>
                <a:cubicBezTo>
                  <a:pt x="584925" y="827386"/>
                  <a:pt x="575491" y="833047"/>
                  <a:pt x="572661" y="840594"/>
                </a:cubicBezTo>
                <a:cubicBezTo>
                  <a:pt x="569830" y="849085"/>
                  <a:pt x="565113" y="855689"/>
                  <a:pt x="565113" y="864180"/>
                </a:cubicBezTo>
                <a:cubicBezTo>
                  <a:pt x="565113" y="871727"/>
                  <a:pt x="567000" y="877388"/>
                  <a:pt x="568887" y="883049"/>
                </a:cubicBezTo>
                <a:cubicBezTo>
                  <a:pt x="571717" y="888709"/>
                  <a:pt x="578321" y="892483"/>
                  <a:pt x="583038" y="897200"/>
                </a:cubicBezTo>
                <a:cubicBezTo>
                  <a:pt x="588699" y="901917"/>
                  <a:pt x="598133" y="902861"/>
                  <a:pt x="605681" y="908521"/>
                </a:cubicBezTo>
                <a:cubicBezTo>
                  <a:pt x="613228" y="913238"/>
                  <a:pt x="624549" y="912295"/>
                  <a:pt x="634927" y="916069"/>
                </a:cubicBezTo>
                <a:cubicBezTo>
                  <a:pt x="648135" y="921729"/>
                  <a:pt x="664173" y="917956"/>
                  <a:pt x="676438" y="925503"/>
                </a:cubicBezTo>
                <a:cubicBezTo>
                  <a:pt x="696250" y="939654"/>
                  <a:pt x="720779" y="936824"/>
                  <a:pt x="738704" y="946258"/>
                </a:cubicBezTo>
                <a:cubicBezTo>
                  <a:pt x="756629" y="955693"/>
                  <a:pt x="768894" y="968901"/>
                  <a:pt x="783989" y="976448"/>
                </a:cubicBezTo>
                <a:cubicBezTo>
                  <a:pt x="799083" y="984939"/>
                  <a:pt x="804744" y="1002864"/>
                  <a:pt x="812292" y="1017959"/>
                </a:cubicBezTo>
                <a:cubicBezTo>
                  <a:pt x="820782" y="1032110"/>
                  <a:pt x="825500" y="1050979"/>
                  <a:pt x="822669" y="1069847"/>
                </a:cubicBezTo>
                <a:cubicBezTo>
                  <a:pt x="821726" y="1100037"/>
                  <a:pt x="821726" y="1132114"/>
                  <a:pt x="799083" y="1147209"/>
                </a:cubicBezTo>
                <a:cubicBezTo>
                  <a:pt x="777385" y="1162304"/>
                  <a:pt x="765120" y="1193437"/>
                  <a:pt x="733987" y="1197210"/>
                </a:cubicBezTo>
                <a:cubicBezTo>
                  <a:pt x="703797" y="1200984"/>
                  <a:pt x="669834" y="1228344"/>
                  <a:pt x="632097" y="1214192"/>
                </a:cubicBezTo>
                <a:cubicBezTo>
                  <a:pt x="595303" y="1200041"/>
                  <a:pt x="559453" y="1202871"/>
                  <a:pt x="527376" y="1196267"/>
                </a:cubicBezTo>
                <a:cubicBezTo>
                  <a:pt x="496243" y="1188720"/>
                  <a:pt x="468883" y="1168907"/>
                  <a:pt x="458506" y="1141548"/>
                </a:cubicBezTo>
                <a:cubicBezTo>
                  <a:pt x="450015" y="1118906"/>
                  <a:pt x="441524" y="1096264"/>
                  <a:pt x="433977" y="1067961"/>
                </a:cubicBezTo>
                <a:cubicBezTo>
                  <a:pt x="431146" y="1057583"/>
                  <a:pt x="441524" y="1051922"/>
                  <a:pt x="451902" y="1049092"/>
                </a:cubicBezTo>
                <a:cubicBezTo>
                  <a:pt x="475487" y="1042488"/>
                  <a:pt x="501903" y="1053809"/>
                  <a:pt x="526433" y="1049092"/>
                </a:cubicBezTo>
                <a:cubicBezTo>
                  <a:pt x="535867" y="1047205"/>
                  <a:pt x="546245" y="1056640"/>
                  <a:pt x="546245" y="1066074"/>
                </a:cubicBezTo>
                <a:cubicBezTo>
                  <a:pt x="546245" y="1074565"/>
                  <a:pt x="550018" y="1083056"/>
                  <a:pt x="555679" y="1087773"/>
                </a:cubicBezTo>
                <a:cubicBezTo>
                  <a:pt x="566057" y="1095320"/>
                  <a:pt x="573604" y="1105698"/>
                  <a:pt x="585869" y="1110415"/>
                </a:cubicBezTo>
                <a:cubicBezTo>
                  <a:pt x="599077" y="1116076"/>
                  <a:pt x="615115" y="1113245"/>
                  <a:pt x="631153" y="1118906"/>
                </a:cubicBezTo>
                <a:cubicBezTo>
                  <a:pt x="645305" y="1123623"/>
                  <a:pt x="659456" y="1116076"/>
                  <a:pt x="670777" y="1112302"/>
                </a:cubicBezTo>
                <a:cubicBezTo>
                  <a:pt x="682098" y="1108528"/>
                  <a:pt x="689646" y="1101924"/>
                  <a:pt x="696250" y="1095320"/>
                </a:cubicBezTo>
                <a:cubicBezTo>
                  <a:pt x="701910" y="1087773"/>
                  <a:pt x="707571" y="1078338"/>
                  <a:pt x="704741" y="1068904"/>
                </a:cubicBezTo>
                <a:cubicBezTo>
                  <a:pt x="705684" y="1060413"/>
                  <a:pt x="702854" y="1051922"/>
                  <a:pt x="697193" y="1046262"/>
                </a:cubicBezTo>
                <a:cubicBezTo>
                  <a:pt x="690589" y="1040601"/>
                  <a:pt x="683042" y="1033997"/>
                  <a:pt x="671721" y="1029280"/>
                </a:cubicBezTo>
                <a:cubicBezTo>
                  <a:pt x="660400" y="1024563"/>
                  <a:pt x="646248" y="1014185"/>
                  <a:pt x="628323" y="1016072"/>
                </a:cubicBezTo>
                <a:cubicBezTo>
                  <a:pt x="611341" y="1017016"/>
                  <a:pt x="596246" y="1005694"/>
                  <a:pt x="578321" y="1004751"/>
                </a:cubicBezTo>
                <a:cubicBezTo>
                  <a:pt x="536810" y="1000977"/>
                  <a:pt x="503790" y="981165"/>
                  <a:pt x="481148" y="958523"/>
                </a:cubicBezTo>
                <a:cubicBezTo>
                  <a:pt x="458506" y="935881"/>
                  <a:pt x="448128" y="908521"/>
                  <a:pt x="445298" y="871727"/>
                </a:cubicBezTo>
                <a:cubicBezTo>
                  <a:pt x="443411" y="842481"/>
                  <a:pt x="455676" y="817952"/>
                  <a:pt x="468883" y="794366"/>
                </a:cubicBezTo>
                <a:cubicBezTo>
                  <a:pt x="483035" y="770781"/>
                  <a:pt x="511338" y="761346"/>
                  <a:pt x="535867" y="742478"/>
                </a:cubicBezTo>
                <a:cubicBezTo>
                  <a:pt x="560396" y="723609"/>
                  <a:pt x="596246" y="718892"/>
                  <a:pt x="633040" y="723609"/>
                </a:cubicBezTo>
                <a:cubicBezTo>
                  <a:pt x="669834" y="728326"/>
                  <a:pt x="705684" y="722666"/>
                  <a:pt x="729270" y="742478"/>
                </a:cubicBezTo>
                <a:cubicBezTo>
                  <a:pt x="756629" y="755686"/>
                  <a:pt x="778328" y="772667"/>
                  <a:pt x="792480" y="795310"/>
                </a:cubicBezTo>
                <a:cubicBezTo>
                  <a:pt x="804744" y="813235"/>
                  <a:pt x="814178" y="832103"/>
                  <a:pt x="814178" y="854746"/>
                </a:cubicBezTo>
                <a:cubicBezTo>
                  <a:pt x="815122" y="865123"/>
                  <a:pt x="806631" y="875501"/>
                  <a:pt x="797197" y="873614"/>
                </a:cubicBezTo>
                <a:cubicBezTo>
                  <a:pt x="772667" y="867954"/>
                  <a:pt x="747195" y="873614"/>
                  <a:pt x="722666" y="873614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4439920" y="3473341"/>
            <a:ext cx="1169851" cy="1471748"/>
            <a:chOff x="3320868" y="3056708"/>
            <a:chExt cx="1169851" cy="1471748"/>
          </a:xfrm>
        </p:grpSpPr>
        <p:sp>
          <p:nvSpPr>
            <p:cNvPr id="17" name="Rounded Rectangle 16"/>
            <p:cNvSpPr/>
            <p:nvPr/>
          </p:nvSpPr>
          <p:spPr>
            <a:xfrm>
              <a:off x="3320868" y="3056708"/>
              <a:ext cx="1169851" cy="1018902"/>
            </a:xfrm>
            <a:custGeom>
              <a:avLst/>
              <a:gdLst/>
              <a:ahLst/>
              <a:cxnLst/>
              <a:rect l="0" t="0" r="0" b="0"/>
              <a:pathLst>
                <a:path w="1169851" h="1018902">
                  <a:moveTo>
                    <a:pt x="1169851" y="509451"/>
                  </a:moveTo>
                  <a:lnTo>
                    <a:pt x="877388" y="1018902"/>
                  </a:lnTo>
                  <a:lnTo>
                    <a:pt x="292462" y="1018902"/>
                  </a:lnTo>
                  <a:lnTo>
                    <a:pt x="0" y="509451"/>
                  </a:lnTo>
                  <a:lnTo>
                    <a:pt x="292462" y="0"/>
                  </a:lnTo>
                  <a:lnTo>
                    <a:pt x="877388" y="0"/>
                  </a:lnTo>
                  <a:lnTo>
                    <a:pt x="1169851" y="509451"/>
                  </a:lnTo>
                  <a:moveTo>
                    <a:pt x="377371" y="273594"/>
                  </a:moveTo>
                  <a:cubicBezTo>
                    <a:pt x="366946" y="273594"/>
                    <a:pt x="358502" y="282037"/>
                    <a:pt x="358502" y="292462"/>
                  </a:cubicBezTo>
                  <a:lnTo>
                    <a:pt x="358502" y="367871"/>
                  </a:lnTo>
                  <a:lnTo>
                    <a:pt x="504375" y="367871"/>
                  </a:lnTo>
                  <a:lnTo>
                    <a:pt x="504375" y="735015"/>
                  </a:lnTo>
                  <a:cubicBezTo>
                    <a:pt x="504375" y="745440"/>
                    <a:pt x="512819" y="753884"/>
                    <a:pt x="523244" y="753884"/>
                  </a:cubicBezTo>
                  <a:lnTo>
                    <a:pt x="599954" y="753884"/>
                  </a:lnTo>
                  <a:cubicBezTo>
                    <a:pt x="610369" y="753884"/>
                    <a:pt x="618823" y="745440"/>
                    <a:pt x="618823" y="735015"/>
                  </a:cubicBezTo>
                  <a:lnTo>
                    <a:pt x="618823" y="367871"/>
                  </a:lnTo>
                  <a:lnTo>
                    <a:pt x="745582" y="367871"/>
                  </a:lnTo>
                  <a:cubicBezTo>
                    <a:pt x="756007" y="367871"/>
                    <a:pt x="764450" y="359427"/>
                    <a:pt x="764450" y="349002"/>
                  </a:cubicBezTo>
                  <a:lnTo>
                    <a:pt x="764450" y="292462"/>
                  </a:lnTo>
                  <a:cubicBezTo>
                    <a:pt x="764450" y="282047"/>
                    <a:pt x="756007" y="273594"/>
                    <a:pt x="745582" y="273594"/>
                  </a:cubicBezTo>
                  <a:lnTo>
                    <a:pt x="377371" y="27359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49188" y="4415245"/>
              <a:ext cx="113211" cy="113211"/>
            </a:xfrm>
            <a:custGeom>
              <a:avLst/>
              <a:gdLst/>
              <a:ahLst/>
              <a:cxnLst/>
              <a:rect l="0" t="0" r="0" b="0"/>
              <a:pathLst>
                <a:path w="113211" h="113211">
                  <a:moveTo>
                    <a:pt x="0" y="56605"/>
                  </a:moveTo>
                  <a:cubicBezTo>
                    <a:pt x="0" y="87870"/>
                    <a:pt x="25340" y="113211"/>
                    <a:pt x="56605" y="113211"/>
                  </a:cubicBezTo>
                  <a:cubicBezTo>
                    <a:pt x="87870" y="113211"/>
                    <a:pt x="113211" y="87870"/>
                    <a:pt x="113211" y="56605"/>
                  </a:cubicBezTo>
                  <a:cubicBezTo>
                    <a:pt x="113211" y="25340"/>
                    <a:pt x="87870" y="0"/>
                    <a:pt x="56605" y="0"/>
                  </a:cubicBezTo>
                  <a:cubicBezTo>
                    <a:pt x="25340" y="0"/>
                    <a:pt x="0" y="25340"/>
                    <a:pt x="0" y="566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4439920" y="3448812"/>
            <a:ext cx="1169851" cy="1061357"/>
          </a:xfrm>
          <a:custGeom>
            <a:avLst/>
            <a:gdLst/>
            <a:ahLst/>
            <a:cxnLst/>
            <a:rect l="0" t="0" r="0" b="0"/>
            <a:pathLst>
              <a:path w="1169851" h="1061357">
                <a:moveTo>
                  <a:pt x="1169851" y="533980"/>
                </a:moveTo>
                <a:lnTo>
                  <a:pt x="877388" y="24529"/>
                </a:lnTo>
                <a:lnTo>
                  <a:pt x="292462" y="24529"/>
                </a:lnTo>
                <a:lnTo>
                  <a:pt x="0" y="533980"/>
                </a:lnTo>
                <a:lnTo>
                  <a:pt x="292462" y="1043432"/>
                </a:lnTo>
                <a:lnTo>
                  <a:pt x="877388" y="1043432"/>
                </a:lnTo>
                <a:close/>
                <a:moveTo>
                  <a:pt x="377371" y="298123"/>
                </a:moveTo>
                <a:lnTo>
                  <a:pt x="745584" y="298123"/>
                </a:lnTo>
                <a:cubicBezTo>
                  <a:pt x="756005" y="298124"/>
                  <a:pt x="764453" y="306571"/>
                  <a:pt x="764453" y="316992"/>
                </a:cubicBezTo>
                <a:lnTo>
                  <a:pt x="764453" y="373533"/>
                </a:lnTo>
                <a:cubicBezTo>
                  <a:pt x="764452" y="383952"/>
                  <a:pt x="756004" y="392401"/>
                  <a:pt x="745584" y="392402"/>
                </a:cubicBezTo>
                <a:lnTo>
                  <a:pt x="618821" y="392402"/>
                </a:lnTo>
                <a:lnTo>
                  <a:pt x="618821" y="759546"/>
                </a:lnTo>
                <a:cubicBezTo>
                  <a:pt x="618820" y="769966"/>
                  <a:pt x="610370" y="778412"/>
                  <a:pt x="599952" y="778415"/>
                </a:cubicBezTo>
                <a:lnTo>
                  <a:pt x="523243" y="778415"/>
                </a:lnTo>
                <a:cubicBezTo>
                  <a:pt x="512823" y="778415"/>
                  <a:pt x="504375" y="769966"/>
                  <a:pt x="504374" y="759546"/>
                </a:cubicBezTo>
                <a:lnTo>
                  <a:pt x="504374" y="392402"/>
                </a:lnTo>
                <a:lnTo>
                  <a:pt x="358502" y="392402"/>
                </a:lnTo>
                <a:lnTo>
                  <a:pt x="358502" y="316992"/>
                </a:lnTo>
                <a:cubicBezTo>
                  <a:pt x="358502" y="306570"/>
                  <a:pt x="366950" y="298123"/>
                  <a:pt x="377371" y="298123"/>
                </a:cubicBezTo>
                <a:close/>
                <a:moveTo>
                  <a:pt x="1169851" y="533980"/>
                </a:moveTo>
                <a:cubicBezTo>
                  <a:pt x="1078338" y="707571"/>
                  <a:pt x="970787" y="871728"/>
                  <a:pt x="877388" y="1043432"/>
                </a:cubicBezTo>
                <a:cubicBezTo>
                  <a:pt x="682098" y="1044375"/>
                  <a:pt x="486809" y="1061357"/>
                  <a:pt x="292462" y="1043432"/>
                </a:cubicBezTo>
                <a:cubicBezTo>
                  <a:pt x="193402" y="874558"/>
                  <a:pt x="98116" y="702854"/>
                  <a:pt x="0" y="533980"/>
                </a:cubicBezTo>
                <a:cubicBezTo>
                  <a:pt x="112267" y="373597"/>
                  <a:pt x="201893" y="198120"/>
                  <a:pt x="292462" y="24529"/>
                </a:cubicBezTo>
                <a:cubicBezTo>
                  <a:pt x="486809" y="5660"/>
                  <a:pt x="682098" y="27359"/>
                  <a:pt x="877388" y="24529"/>
                </a:cubicBezTo>
                <a:cubicBezTo>
                  <a:pt x="974561" y="194346"/>
                  <a:pt x="1067017" y="366993"/>
                  <a:pt x="1169851" y="533980"/>
                </a:cubicBezTo>
                <a:moveTo>
                  <a:pt x="377371" y="298123"/>
                </a:moveTo>
                <a:cubicBezTo>
                  <a:pt x="366993" y="300010"/>
                  <a:pt x="359446" y="306614"/>
                  <a:pt x="358502" y="316992"/>
                </a:cubicBezTo>
                <a:cubicBezTo>
                  <a:pt x="356616" y="342464"/>
                  <a:pt x="357559" y="366993"/>
                  <a:pt x="358502" y="392466"/>
                </a:cubicBezTo>
                <a:cubicBezTo>
                  <a:pt x="406617" y="387749"/>
                  <a:pt x="456619" y="400957"/>
                  <a:pt x="504734" y="392466"/>
                </a:cubicBezTo>
                <a:cubicBezTo>
                  <a:pt x="503790" y="515112"/>
                  <a:pt x="489639" y="637757"/>
                  <a:pt x="504734" y="759460"/>
                </a:cubicBezTo>
                <a:cubicBezTo>
                  <a:pt x="505677" y="769837"/>
                  <a:pt x="513225" y="777385"/>
                  <a:pt x="523602" y="778328"/>
                </a:cubicBezTo>
                <a:cubicBezTo>
                  <a:pt x="549075" y="781158"/>
                  <a:pt x="575491" y="784932"/>
                  <a:pt x="600020" y="778328"/>
                </a:cubicBezTo>
                <a:cubicBezTo>
                  <a:pt x="610398" y="775498"/>
                  <a:pt x="619832" y="769837"/>
                  <a:pt x="618889" y="759460"/>
                </a:cubicBezTo>
                <a:cubicBezTo>
                  <a:pt x="612285" y="637757"/>
                  <a:pt x="624549" y="515112"/>
                  <a:pt x="618889" y="392466"/>
                </a:cubicBezTo>
                <a:cubicBezTo>
                  <a:pt x="659456" y="404730"/>
                  <a:pt x="703797" y="389636"/>
                  <a:pt x="745308" y="392466"/>
                </a:cubicBezTo>
                <a:cubicBezTo>
                  <a:pt x="755686" y="393409"/>
                  <a:pt x="762290" y="383975"/>
                  <a:pt x="764177" y="373597"/>
                </a:cubicBezTo>
                <a:cubicBezTo>
                  <a:pt x="768894" y="355672"/>
                  <a:pt x="757573" y="333973"/>
                  <a:pt x="764177" y="316992"/>
                </a:cubicBezTo>
                <a:cubicBezTo>
                  <a:pt x="767950" y="307557"/>
                  <a:pt x="755686" y="295293"/>
                  <a:pt x="745308" y="298123"/>
                </a:cubicBezTo>
                <a:cubicBezTo>
                  <a:pt x="628323" y="333973"/>
                  <a:pt x="500017" y="300010"/>
                  <a:pt x="377371" y="298123"/>
                </a:cubicBezTo>
                <a:moveTo>
                  <a:pt x="1169851" y="533980"/>
                </a:moveTo>
                <a:cubicBezTo>
                  <a:pt x="1149096" y="578321"/>
                  <a:pt x="1119849" y="617945"/>
                  <a:pt x="1097207" y="661343"/>
                </a:cubicBezTo>
                <a:cubicBezTo>
                  <a:pt x="1075508" y="701910"/>
                  <a:pt x="1053809" y="742478"/>
                  <a:pt x="1028337" y="781158"/>
                </a:cubicBezTo>
                <a:cubicBezTo>
                  <a:pt x="1000977" y="821726"/>
                  <a:pt x="985882" y="869841"/>
                  <a:pt x="955693" y="907578"/>
                </a:cubicBezTo>
                <a:cubicBezTo>
                  <a:pt x="922673" y="948145"/>
                  <a:pt x="897200" y="995317"/>
                  <a:pt x="877388" y="1043432"/>
                </a:cubicBezTo>
                <a:cubicBezTo>
                  <a:pt x="826443" y="1039658"/>
                  <a:pt x="774554" y="1051922"/>
                  <a:pt x="724553" y="1043432"/>
                </a:cubicBezTo>
                <a:cubicBezTo>
                  <a:pt x="678325" y="1034941"/>
                  <a:pt x="630210" y="1044375"/>
                  <a:pt x="583038" y="1043432"/>
                </a:cubicBezTo>
                <a:cubicBezTo>
                  <a:pt x="533037" y="1042488"/>
                  <a:pt x="483035" y="1040601"/>
                  <a:pt x="433033" y="1043432"/>
                </a:cubicBezTo>
                <a:cubicBezTo>
                  <a:pt x="385862" y="1046262"/>
                  <a:pt x="338690" y="1052866"/>
                  <a:pt x="292462" y="1043432"/>
                </a:cubicBezTo>
                <a:cubicBezTo>
                  <a:pt x="268877" y="983996"/>
                  <a:pt x="229253" y="932107"/>
                  <a:pt x="197176" y="877388"/>
                </a:cubicBezTo>
                <a:cubicBezTo>
                  <a:pt x="164156" y="820782"/>
                  <a:pt x="150005" y="749082"/>
                  <a:pt x="100003" y="707571"/>
                </a:cubicBezTo>
                <a:cubicBezTo>
                  <a:pt x="48114" y="665117"/>
                  <a:pt x="16038" y="599077"/>
                  <a:pt x="0" y="533980"/>
                </a:cubicBezTo>
                <a:cubicBezTo>
                  <a:pt x="21698" y="445298"/>
                  <a:pt x="71700" y="359446"/>
                  <a:pt x="136797" y="295293"/>
                </a:cubicBezTo>
                <a:cubicBezTo>
                  <a:pt x="211327" y="222649"/>
                  <a:pt x="244347" y="116985"/>
                  <a:pt x="292462" y="24529"/>
                </a:cubicBezTo>
                <a:cubicBezTo>
                  <a:pt x="350955" y="16038"/>
                  <a:pt x="414165" y="45284"/>
                  <a:pt x="469827" y="24529"/>
                </a:cubicBezTo>
                <a:cubicBezTo>
                  <a:pt x="533980" y="0"/>
                  <a:pt x="608511" y="34906"/>
                  <a:pt x="676438" y="24529"/>
                </a:cubicBezTo>
                <a:cubicBezTo>
                  <a:pt x="742478" y="15094"/>
                  <a:pt x="813235" y="4717"/>
                  <a:pt x="877388" y="24529"/>
                </a:cubicBezTo>
                <a:cubicBezTo>
                  <a:pt x="893426" y="66040"/>
                  <a:pt x="936824" y="96229"/>
                  <a:pt x="943428" y="140570"/>
                </a:cubicBezTo>
                <a:cubicBezTo>
                  <a:pt x="950976" y="189629"/>
                  <a:pt x="985882" y="233026"/>
                  <a:pt x="1018902" y="271707"/>
                </a:cubicBezTo>
                <a:cubicBezTo>
                  <a:pt x="1054753" y="312274"/>
                  <a:pt x="1059470" y="374541"/>
                  <a:pt x="1099094" y="411334"/>
                </a:cubicBezTo>
                <a:cubicBezTo>
                  <a:pt x="1134001" y="442468"/>
                  <a:pt x="1152869" y="489639"/>
                  <a:pt x="1169851" y="533980"/>
                </a:cubicBezTo>
                <a:moveTo>
                  <a:pt x="377371" y="298123"/>
                </a:moveTo>
                <a:cubicBezTo>
                  <a:pt x="366993" y="296236"/>
                  <a:pt x="356616" y="306614"/>
                  <a:pt x="358502" y="316992"/>
                </a:cubicBezTo>
                <a:cubicBezTo>
                  <a:pt x="363220" y="341521"/>
                  <a:pt x="364163" y="367937"/>
                  <a:pt x="358502" y="392466"/>
                </a:cubicBezTo>
                <a:cubicBezTo>
                  <a:pt x="403787" y="410391"/>
                  <a:pt x="456619" y="400013"/>
                  <a:pt x="504734" y="392466"/>
                </a:cubicBezTo>
                <a:cubicBezTo>
                  <a:pt x="517942" y="514168"/>
                  <a:pt x="493413" y="637757"/>
                  <a:pt x="504734" y="759460"/>
                </a:cubicBezTo>
                <a:cubicBezTo>
                  <a:pt x="505677" y="769837"/>
                  <a:pt x="513225" y="779272"/>
                  <a:pt x="523602" y="778328"/>
                </a:cubicBezTo>
                <a:cubicBezTo>
                  <a:pt x="549075" y="776441"/>
                  <a:pt x="574547" y="780215"/>
                  <a:pt x="600020" y="778328"/>
                </a:cubicBezTo>
                <a:cubicBezTo>
                  <a:pt x="610398" y="778328"/>
                  <a:pt x="617002" y="769837"/>
                  <a:pt x="618889" y="759460"/>
                </a:cubicBezTo>
                <a:cubicBezTo>
                  <a:pt x="627380" y="697193"/>
                  <a:pt x="602850" y="631153"/>
                  <a:pt x="618889" y="569830"/>
                </a:cubicBezTo>
                <a:cubicBezTo>
                  <a:pt x="633983" y="513225"/>
                  <a:pt x="603794" y="450015"/>
                  <a:pt x="618889" y="392466"/>
                </a:cubicBezTo>
                <a:cubicBezTo>
                  <a:pt x="661343" y="392466"/>
                  <a:pt x="706627" y="376428"/>
                  <a:pt x="745308" y="392466"/>
                </a:cubicBezTo>
                <a:cubicBezTo>
                  <a:pt x="755686" y="396240"/>
                  <a:pt x="763233" y="383975"/>
                  <a:pt x="764177" y="373597"/>
                </a:cubicBezTo>
                <a:cubicBezTo>
                  <a:pt x="767007" y="354729"/>
                  <a:pt x="771724" y="333973"/>
                  <a:pt x="764177" y="316992"/>
                </a:cubicBezTo>
                <a:cubicBezTo>
                  <a:pt x="760403" y="307557"/>
                  <a:pt x="755686" y="299066"/>
                  <a:pt x="745308" y="298123"/>
                </a:cubicBezTo>
                <a:cubicBezTo>
                  <a:pt x="623606" y="285858"/>
                  <a:pt x="500017" y="309444"/>
                  <a:pt x="377371" y="298123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96536" y="3708255"/>
            <a:ext cx="879275" cy="1245325"/>
          </a:xfrm>
          <a:custGeom>
            <a:avLst/>
            <a:gdLst/>
            <a:ahLst/>
            <a:cxnLst/>
            <a:rect l="0" t="0" r="0" b="0"/>
            <a:pathLst>
              <a:path w="879275" h="1245325">
                <a:moveTo>
                  <a:pt x="228309" y="1123623"/>
                </a:moveTo>
                <a:lnTo>
                  <a:pt x="228309" y="840594"/>
                </a:lnTo>
                <a:lnTo>
                  <a:pt x="553792" y="840594"/>
                </a:lnTo>
                <a:cubicBezTo>
                  <a:pt x="673532" y="630588"/>
                  <a:pt x="759534" y="484543"/>
                  <a:pt x="879274" y="274537"/>
                </a:cubicBezTo>
                <a:moveTo>
                  <a:pt x="171703" y="1180229"/>
                </a:moveTo>
                <a:cubicBezTo>
                  <a:pt x="171703" y="1148966"/>
                  <a:pt x="197047" y="1123623"/>
                  <a:pt x="228309" y="1123623"/>
                </a:cubicBezTo>
                <a:cubicBezTo>
                  <a:pt x="259572" y="1123623"/>
                  <a:pt x="284915" y="1148966"/>
                  <a:pt x="284915" y="1180229"/>
                </a:cubicBezTo>
                <a:cubicBezTo>
                  <a:pt x="284915" y="1211491"/>
                  <a:pt x="259572" y="1236834"/>
                  <a:pt x="228309" y="1236834"/>
                </a:cubicBezTo>
                <a:cubicBezTo>
                  <a:pt x="197047" y="1236834"/>
                  <a:pt x="171703" y="1211491"/>
                  <a:pt x="171703" y="1180229"/>
                </a:cubicBezTo>
                <a:moveTo>
                  <a:pt x="1886" y="132956"/>
                </a:moveTo>
                <a:lnTo>
                  <a:pt x="147756" y="132956"/>
                </a:lnTo>
                <a:lnTo>
                  <a:pt x="147756" y="500102"/>
                </a:lnTo>
                <a:cubicBezTo>
                  <a:pt x="147756" y="510524"/>
                  <a:pt x="156204" y="518971"/>
                  <a:pt x="166625" y="518971"/>
                </a:cubicBezTo>
                <a:lnTo>
                  <a:pt x="243331" y="518971"/>
                </a:lnTo>
                <a:cubicBezTo>
                  <a:pt x="253753" y="518971"/>
                  <a:pt x="262200" y="510524"/>
                  <a:pt x="262200" y="500102"/>
                </a:cubicBezTo>
                <a:lnTo>
                  <a:pt x="262200" y="132956"/>
                </a:lnTo>
                <a:lnTo>
                  <a:pt x="388967" y="132956"/>
                </a:lnTo>
                <a:cubicBezTo>
                  <a:pt x="399388" y="132956"/>
                  <a:pt x="407835" y="124508"/>
                  <a:pt x="407835" y="114087"/>
                </a:cubicBezTo>
                <a:lnTo>
                  <a:pt x="407835" y="57549"/>
                </a:lnTo>
                <a:cubicBezTo>
                  <a:pt x="407835" y="47128"/>
                  <a:pt x="399388" y="38680"/>
                  <a:pt x="388967" y="38680"/>
                </a:cubicBezTo>
                <a:lnTo>
                  <a:pt x="20755" y="38680"/>
                </a:lnTo>
                <a:cubicBezTo>
                  <a:pt x="10334" y="38680"/>
                  <a:pt x="1886" y="47128"/>
                  <a:pt x="1886" y="57549"/>
                </a:cubicBezTo>
                <a:close/>
                <a:moveTo>
                  <a:pt x="228309" y="1123623"/>
                </a:moveTo>
                <a:cubicBezTo>
                  <a:pt x="224536" y="1029280"/>
                  <a:pt x="246234" y="933050"/>
                  <a:pt x="228309" y="840594"/>
                </a:cubicBezTo>
                <a:cubicBezTo>
                  <a:pt x="336803" y="832104"/>
                  <a:pt x="445298" y="831160"/>
                  <a:pt x="553792" y="840594"/>
                </a:cubicBezTo>
                <a:cubicBezTo>
                  <a:pt x="683985" y="636814"/>
                  <a:pt x="772667" y="491526"/>
                  <a:pt x="879275" y="274537"/>
                </a:cubicBezTo>
                <a:moveTo>
                  <a:pt x="171703" y="1180229"/>
                </a:moveTo>
                <a:cubicBezTo>
                  <a:pt x="168873" y="1211362"/>
                  <a:pt x="197176" y="1237778"/>
                  <a:pt x="228309" y="1236834"/>
                </a:cubicBezTo>
                <a:cubicBezTo>
                  <a:pt x="259442" y="1235891"/>
                  <a:pt x="279254" y="1211362"/>
                  <a:pt x="284915" y="1180229"/>
                </a:cubicBezTo>
                <a:cubicBezTo>
                  <a:pt x="290576" y="1149096"/>
                  <a:pt x="259442" y="1128340"/>
                  <a:pt x="228309" y="1123623"/>
                </a:cubicBezTo>
                <a:cubicBezTo>
                  <a:pt x="197176" y="1118906"/>
                  <a:pt x="169817" y="1149096"/>
                  <a:pt x="171703" y="1180229"/>
                </a:cubicBezTo>
                <a:moveTo>
                  <a:pt x="1886" y="133023"/>
                </a:moveTo>
                <a:cubicBezTo>
                  <a:pt x="1886" y="107550"/>
                  <a:pt x="5660" y="82078"/>
                  <a:pt x="1886" y="57549"/>
                </a:cubicBezTo>
                <a:cubicBezTo>
                  <a:pt x="0" y="47171"/>
                  <a:pt x="10377" y="41510"/>
                  <a:pt x="20755" y="38680"/>
                </a:cubicBezTo>
                <a:cubicBezTo>
                  <a:pt x="136797" y="0"/>
                  <a:pt x="266046" y="34906"/>
                  <a:pt x="388692" y="38680"/>
                </a:cubicBezTo>
                <a:cubicBezTo>
                  <a:pt x="399070" y="38680"/>
                  <a:pt x="407561" y="47171"/>
                  <a:pt x="407561" y="57549"/>
                </a:cubicBezTo>
                <a:cubicBezTo>
                  <a:pt x="408504" y="76417"/>
                  <a:pt x="408504" y="95286"/>
                  <a:pt x="407561" y="114154"/>
                </a:cubicBezTo>
                <a:cubicBezTo>
                  <a:pt x="407561" y="124532"/>
                  <a:pt x="399070" y="131136"/>
                  <a:pt x="388692" y="133023"/>
                </a:cubicBezTo>
                <a:cubicBezTo>
                  <a:pt x="347181" y="139627"/>
                  <a:pt x="302840" y="143401"/>
                  <a:pt x="262273" y="133023"/>
                </a:cubicBezTo>
                <a:cubicBezTo>
                  <a:pt x="262273" y="255669"/>
                  <a:pt x="279254" y="379258"/>
                  <a:pt x="262273" y="500017"/>
                </a:cubicBezTo>
                <a:cubicBezTo>
                  <a:pt x="260386" y="510394"/>
                  <a:pt x="253782" y="521716"/>
                  <a:pt x="243404" y="518885"/>
                </a:cubicBezTo>
                <a:cubicBezTo>
                  <a:pt x="218875" y="513225"/>
                  <a:pt x="191516" y="524546"/>
                  <a:pt x="166986" y="518885"/>
                </a:cubicBezTo>
                <a:cubicBezTo>
                  <a:pt x="156609" y="516998"/>
                  <a:pt x="150948" y="510394"/>
                  <a:pt x="148118" y="500017"/>
                </a:cubicBezTo>
                <a:cubicBezTo>
                  <a:pt x="107550" y="383975"/>
                  <a:pt x="166043" y="253782"/>
                  <a:pt x="148118" y="133023"/>
                </a:cubicBezTo>
                <a:cubicBezTo>
                  <a:pt x="100003" y="126419"/>
                  <a:pt x="50001" y="130193"/>
                  <a:pt x="1886" y="133023"/>
                </a:cubicBezTo>
                <a:moveTo>
                  <a:pt x="879275" y="274537"/>
                </a:moveTo>
                <a:cubicBezTo>
                  <a:pt x="867010" y="362276"/>
                  <a:pt x="806631" y="426429"/>
                  <a:pt x="758516" y="484922"/>
                </a:cubicBezTo>
                <a:cubicBezTo>
                  <a:pt x="712288" y="541528"/>
                  <a:pt x="670777" y="601907"/>
                  <a:pt x="650022" y="671721"/>
                </a:cubicBezTo>
                <a:cubicBezTo>
                  <a:pt x="633040" y="730213"/>
                  <a:pt x="599077" y="787762"/>
                  <a:pt x="553792" y="840594"/>
                </a:cubicBezTo>
                <a:cubicBezTo>
                  <a:pt x="500960" y="822669"/>
                  <a:pt x="438694" y="861350"/>
                  <a:pt x="387749" y="840594"/>
                </a:cubicBezTo>
                <a:cubicBezTo>
                  <a:pt x="338690" y="820782"/>
                  <a:pt x="280198" y="827386"/>
                  <a:pt x="228309" y="840594"/>
                </a:cubicBezTo>
                <a:cubicBezTo>
                  <a:pt x="229253" y="887766"/>
                  <a:pt x="226422" y="934937"/>
                  <a:pt x="228309" y="982109"/>
                </a:cubicBezTo>
                <a:cubicBezTo>
                  <a:pt x="230196" y="1029280"/>
                  <a:pt x="243404" y="1079282"/>
                  <a:pt x="228309" y="1123623"/>
                </a:cubicBezTo>
                <a:moveTo>
                  <a:pt x="171703" y="1180229"/>
                </a:moveTo>
                <a:cubicBezTo>
                  <a:pt x="177364" y="1211362"/>
                  <a:pt x="198120" y="1228344"/>
                  <a:pt x="228309" y="1236834"/>
                </a:cubicBezTo>
                <a:cubicBezTo>
                  <a:pt x="258499" y="1245325"/>
                  <a:pt x="281141" y="1211362"/>
                  <a:pt x="284915" y="1180229"/>
                </a:cubicBezTo>
                <a:cubicBezTo>
                  <a:pt x="287745" y="1149096"/>
                  <a:pt x="259442" y="1123623"/>
                  <a:pt x="228309" y="1123623"/>
                </a:cubicBezTo>
                <a:cubicBezTo>
                  <a:pt x="197176" y="1123623"/>
                  <a:pt x="160382" y="1150982"/>
                  <a:pt x="171703" y="1180229"/>
                </a:cubicBezTo>
                <a:moveTo>
                  <a:pt x="1886" y="133023"/>
                </a:moveTo>
                <a:cubicBezTo>
                  <a:pt x="7547" y="108494"/>
                  <a:pt x="4717" y="82078"/>
                  <a:pt x="1886" y="57549"/>
                </a:cubicBezTo>
                <a:cubicBezTo>
                  <a:pt x="943" y="47171"/>
                  <a:pt x="10377" y="36793"/>
                  <a:pt x="20755" y="38680"/>
                </a:cubicBezTo>
                <a:cubicBezTo>
                  <a:pt x="81134" y="50945"/>
                  <a:pt x="144344" y="45284"/>
                  <a:pt x="205667" y="38680"/>
                </a:cubicBezTo>
                <a:cubicBezTo>
                  <a:pt x="266990" y="32076"/>
                  <a:pt x="332086" y="16981"/>
                  <a:pt x="388692" y="38680"/>
                </a:cubicBezTo>
                <a:cubicBezTo>
                  <a:pt x="399070" y="42454"/>
                  <a:pt x="405674" y="47171"/>
                  <a:pt x="407561" y="57549"/>
                </a:cubicBezTo>
                <a:cubicBezTo>
                  <a:pt x="412278" y="76417"/>
                  <a:pt x="411334" y="95286"/>
                  <a:pt x="407561" y="114154"/>
                </a:cubicBezTo>
                <a:cubicBezTo>
                  <a:pt x="405674" y="124532"/>
                  <a:pt x="399070" y="131136"/>
                  <a:pt x="388692" y="133023"/>
                </a:cubicBezTo>
                <a:cubicBezTo>
                  <a:pt x="347181" y="139627"/>
                  <a:pt x="303783" y="142457"/>
                  <a:pt x="262273" y="133023"/>
                </a:cubicBezTo>
                <a:cubicBezTo>
                  <a:pt x="275481" y="254725"/>
                  <a:pt x="218875" y="385862"/>
                  <a:pt x="262273" y="500017"/>
                </a:cubicBezTo>
                <a:cubicBezTo>
                  <a:pt x="266046" y="509451"/>
                  <a:pt x="253782" y="516998"/>
                  <a:pt x="243404" y="518885"/>
                </a:cubicBezTo>
                <a:cubicBezTo>
                  <a:pt x="217931" y="523602"/>
                  <a:pt x="190572" y="511338"/>
                  <a:pt x="166986" y="518885"/>
                </a:cubicBezTo>
                <a:cubicBezTo>
                  <a:pt x="156609" y="521716"/>
                  <a:pt x="149061" y="510394"/>
                  <a:pt x="148118" y="500017"/>
                </a:cubicBezTo>
                <a:cubicBezTo>
                  <a:pt x="143401" y="441524"/>
                  <a:pt x="143401" y="383032"/>
                  <a:pt x="148118" y="324539"/>
                </a:cubicBezTo>
                <a:cubicBezTo>
                  <a:pt x="152835" y="261329"/>
                  <a:pt x="147174" y="197176"/>
                  <a:pt x="148118" y="133023"/>
                </a:cubicBezTo>
                <a:cubicBezTo>
                  <a:pt x="99060" y="136797"/>
                  <a:pt x="49058" y="120758"/>
                  <a:pt x="1886" y="133023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Group 23"/>
          <p:cNvGrpSpPr/>
          <p:nvPr/>
        </p:nvGrpSpPr>
        <p:grpSpPr>
          <a:xfrm>
            <a:off x="5345612" y="2397833"/>
            <a:ext cx="1169851" cy="1471747"/>
            <a:chOff x="4226560" y="1981200"/>
            <a:chExt cx="1169851" cy="1471747"/>
          </a:xfrm>
        </p:grpSpPr>
        <p:sp>
          <p:nvSpPr>
            <p:cNvPr id="22" name="Rounded Rectangle 21"/>
            <p:cNvSpPr/>
            <p:nvPr/>
          </p:nvSpPr>
          <p:spPr>
            <a:xfrm>
              <a:off x="4226560" y="2434045"/>
              <a:ext cx="1169851" cy="1018902"/>
            </a:xfrm>
            <a:custGeom>
              <a:avLst/>
              <a:gdLst/>
              <a:ahLst/>
              <a:cxnLst/>
              <a:rect l="0" t="0" r="0" b="0"/>
              <a:pathLst>
                <a:path w="1169851" h="1018902">
                  <a:moveTo>
                    <a:pt x="1169851" y="509451"/>
                  </a:moveTo>
                  <a:lnTo>
                    <a:pt x="877388" y="1018902"/>
                  </a:lnTo>
                  <a:lnTo>
                    <a:pt x="292462" y="1018902"/>
                  </a:lnTo>
                  <a:lnTo>
                    <a:pt x="0" y="509451"/>
                  </a:lnTo>
                  <a:lnTo>
                    <a:pt x="292462" y="0"/>
                  </a:lnTo>
                  <a:lnTo>
                    <a:pt x="877388" y="0"/>
                  </a:lnTo>
                  <a:lnTo>
                    <a:pt x="1169851" y="509451"/>
                  </a:lnTo>
                  <a:moveTo>
                    <a:pt x="415108" y="273594"/>
                  </a:moveTo>
                  <a:cubicBezTo>
                    <a:pt x="404683" y="273594"/>
                    <a:pt x="396240" y="282037"/>
                    <a:pt x="396240" y="292462"/>
                  </a:cubicBezTo>
                  <a:lnTo>
                    <a:pt x="396240" y="735015"/>
                  </a:lnTo>
                  <a:cubicBezTo>
                    <a:pt x="396240" y="745440"/>
                    <a:pt x="404693" y="753884"/>
                    <a:pt x="415108" y="753884"/>
                  </a:cubicBezTo>
                  <a:lnTo>
                    <a:pt x="712260" y="753884"/>
                  </a:lnTo>
                  <a:cubicBezTo>
                    <a:pt x="722685" y="753884"/>
                    <a:pt x="731128" y="745440"/>
                    <a:pt x="731128" y="735015"/>
                  </a:cubicBezTo>
                  <a:lnTo>
                    <a:pt x="731128" y="678476"/>
                  </a:lnTo>
                  <a:cubicBezTo>
                    <a:pt x="731128" y="668051"/>
                    <a:pt x="722685" y="659607"/>
                    <a:pt x="712260" y="659607"/>
                  </a:cubicBezTo>
                  <a:lnTo>
                    <a:pt x="512328" y="659607"/>
                  </a:lnTo>
                  <a:lnTo>
                    <a:pt x="512328" y="560877"/>
                  </a:lnTo>
                  <a:lnTo>
                    <a:pt x="695146" y="560877"/>
                  </a:lnTo>
                  <a:cubicBezTo>
                    <a:pt x="705561" y="560877"/>
                    <a:pt x="714015" y="552434"/>
                    <a:pt x="714015" y="542009"/>
                  </a:cubicBezTo>
                  <a:lnTo>
                    <a:pt x="714015" y="485243"/>
                  </a:lnTo>
                  <a:cubicBezTo>
                    <a:pt x="714015" y="474818"/>
                    <a:pt x="705561" y="466374"/>
                    <a:pt x="695146" y="466374"/>
                  </a:cubicBezTo>
                  <a:lnTo>
                    <a:pt x="512328" y="466374"/>
                  </a:lnTo>
                  <a:lnTo>
                    <a:pt x="512328" y="367871"/>
                  </a:lnTo>
                  <a:lnTo>
                    <a:pt x="712260" y="367871"/>
                  </a:lnTo>
                  <a:cubicBezTo>
                    <a:pt x="722685" y="367871"/>
                    <a:pt x="731128" y="359427"/>
                    <a:pt x="731128" y="349002"/>
                  </a:cubicBezTo>
                  <a:lnTo>
                    <a:pt x="731128" y="292462"/>
                  </a:lnTo>
                  <a:cubicBezTo>
                    <a:pt x="731128" y="282037"/>
                    <a:pt x="722685" y="273594"/>
                    <a:pt x="712260" y="273594"/>
                  </a:cubicBezTo>
                  <a:lnTo>
                    <a:pt x="415108" y="27359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754880" y="1981200"/>
              <a:ext cx="113211" cy="113211"/>
            </a:xfrm>
            <a:custGeom>
              <a:avLst/>
              <a:gdLst/>
              <a:ahLst/>
              <a:cxnLst/>
              <a:rect l="0" t="0" r="0" b="0"/>
              <a:pathLst>
                <a:path w="113211" h="113211">
                  <a:moveTo>
                    <a:pt x="0" y="56605"/>
                  </a:moveTo>
                  <a:cubicBezTo>
                    <a:pt x="0" y="87870"/>
                    <a:pt x="25340" y="113211"/>
                    <a:pt x="56605" y="113211"/>
                  </a:cubicBezTo>
                  <a:cubicBezTo>
                    <a:pt x="87870" y="113211"/>
                    <a:pt x="113211" y="87870"/>
                    <a:pt x="113211" y="56605"/>
                  </a:cubicBezTo>
                  <a:cubicBezTo>
                    <a:pt x="113211" y="25340"/>
                    <a:pt x="87870" y="0"/>
                    <a:pt x="56605" y="0"/>
                  </a:cubicBezTo>
                  <a:cubicBezTo>
                    <a:pt x="25340" y="0"/>
                    <a:pt x="0" y="25340"/>
                    <a:pt x="0" y="566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5345612" y="2836527"/>
            <a:ext cx="1169851" cy="1057583"/>
          </a:xfrm>
          <a:custGeom>
            <a:avLst/>
            <a:gdLst/>
            <a:ahLst/>
            <a:cxnLst/>
            <a:rect l="0" t="0" r="0" b="0"/>
            <a:pathLst>
              <a:path w="1169851" h="1057583">
                <a:moveTo>
                  <a:pt x="1169851" y="523602"/>
                </a:moveTo>
                <a:lnTo>
                  <a:pt x="877388" y="14151"/>
                </a:lnTo>
                <a:lnTo>
                  <a:pt x="292462" y="14151"/>
                </a:lnTo>
                <a:lnTo>
                  <a:pt x="0" y="523602"/>
                </a:lnTo>
                <a:lnTo>
                  <a:pt x="292462" y="1033054"/>
                </a:lnTo>
                <a:lnTo>
                  <a:pt x="877388" y="1033054"/>
                </a:lnTo>
                <a:close/>
                <a:moveTo>
                  <a:pt x="415108" y="287745"/>
                </a:moveTo>
                <a:lnTo>
                  <a:pt x="712261" y="287745"/>
                </a:lnTo>
                <a:cubicBezTo>
                  <a:pt x="722681" y="287745"/>
                  <a:pt x="731129" y="296193"/>
                  <a:pt x="731129" y="306614"/>
                </a:cubicBezTo>
                <a:lnTo>
                  <a:pt x="731129" y="363155"/>
                </a:lnTo>
                <a:cubicBezTo>
                  <a:pt x="731127" y="373575"/>
                  <a:pt x="722681" y="382024"/>
                  <a:pt x="712261" y="382024"/>
                </a:cubicBezTo>
                <a:lnTo>
                  <a:pt x="512326" y="382024"/>
                </a:lnTo>
                <a:lnTo>
                  <a:pt x="512326" y="480522"/>
                </a:lnTo>
                <a:lnTo>
                  <a:pt x="695142" y="480522"/>
                </a:lnTo>
                <a:cubicBezTo>
                  <a:pt x="705562" y="480522"/>
                  <a:pt x="714011" y="488970"/>
                  <a:pt x="714011" y="499390"/>
                </a:cubicBezTo>
                <a:lnTo>
                  <a:pt x="714011" y="556162"/>
                </a:lnTo>
                <a:cubicBezTo>
                  <a:pt x="714010" y="566581"/>
                  <a:pt x="705562" y="575030"/>
                  <a:pt x="695142" y="575031"/>
                </a:cubicBezTo>
                <a:lnTo>
                  <a:pt x="512326" y="575031"/>
                </a:lnTo>
                <a:lnTo>
                  <a:pt x="512326" y="673758"/>
                </a:lnTo>
                <a:lnTo>
                  <a:pt x="712261" y="673758"/>
                </a:lnTo>
                <a:cubicBezTo>
                  <a:pt x="722681" y="673758"/>
                  <a:pt x="731128" y="682207"/>
                  <a:pt x="731129" y="692627"/>
                </a:cubicBezTo>
                <a:lnTo>
                  <a:pt x="731129" y="749169"/>
                </a:lnTo>
                <a:cubicBezTo>
                  <a:pt x="731128" y="759589"/>
                  <a:pt x="722681" y="768037"/>
                  <a:pt x="712261" y="768037"/>
                </a:cubicBezTo>
                <a:lnTo>
                  <a:pt x="415108" y="768037"/>
                </a:lnTo>
                <a:cubicBezTo>
                  <a:pt x="404688" y="768037"/>
                  <a:pt x="396240" y="759589"/>
                  <a:pt x="396240" y="749169"/>
                </a:cubicBezTo>
                <a:lnTo>
                  <a:pt x="396240" y="306614"/>
                </a:lnTo>
                <a:cubicBezTo>
                  <a:pt x="396240" y="296193"/>
                  <a:pt x="404687" y="287745"/>
                  <a:pt x="415108" y="287745"/>
                </a:cubicBezTo>
                <a:close/>
                <a:moveTo>
                  <a:pt x="1169851" y="523602"/>
                </a:moveTo>
                <a:cubicBezTo>
                  <a:pt x="1064187" y="358502"/>
                  <a:pt x="968901" y="186798"/>
                  <a:pt x="877388" y="14151"/>
                </a:cubicBezTo>
                <a:cubicBezTo>
                  <a:pt x="683042" y="2830"/>
                  <a:pt x="487752" y="21698"/>
                  <a:pt x="292462" y="14151"/>
                </a:cubicBezTo>
                <a:cubicBezTo>
                  <a:pt x="184912" y="178307"/>
                  <a:pt x="84908" y="347181"/>
                  <a:pt x="0" y="523602"/>
                </a:cubicBezTo>
                <a:cubicBezTo>
                  <a:pt x="109437" y="685872"/>
                  <a:pt x="198120" y="861350"/>
                  <a:pt x="292462" y="1033054"/>
                </a:cubicBezTo>
                <a:cubicBezTo>
                  <a:pt x="486809" y="1046262"/>
                  <a:pt x="682098" y="1033997"/>
                  <a:pt x="877388" y="1033054"/>
                </a:cubicBezTo>
                <a:cubicBezTo>
                  <a:pt x="987769" y="871727"/>
                  <a:pt x="1061357" y="686816"/>
                  <a:pt x="1169851" y="523602"/>
                </a:cubicBezTo>
                <a:moveTo>
                  <a:pt x="415108" y="287745"/>
                </a:moveTo>
                <a:cubicBezTo>
                  <a:pt x="404730" y="287745"/>
                  <a:pt x="395296" y="296236"/>
                  <a:pt x="396240" y="306614"/>
                </a:cubicBezTo>
                <a:cubicBezTo>
                  <a:pt x="408504" y="453789"/>
                  <a:pt x="397183" y="601907"/>
                  <a:pt x="396240" y="749082"/>
                </a:cubicBezTo>
                <a:cubicBezTo>
                  <a:pt x="396240" y="759460"/>
                  <a:pt x="405674" y="765120"/>
                  <a:pt x="415108" y="767950"/>
                </a:cubicBezTo>
                <a:cubicBezTo>
                  <a:pt x="508507" y="800027"/>
                  <a:pt x="615115" y="750969"/>
                  <a:pt x="712288" y="767950"/>
                </a:cubicBezTo>
                <a:cubicBezTo>
                  <a:pt x="722666" y="769837"/>
                  <a:pt x="730213" y="759460"/>
                  <a:pt x="731157" y="749082"/>
                </a:cubicBezTo>
                <a:cubicBezTo>
                  <a:pt x="733044" y="730213"/>
                  <a:pt x="731157" y="711345"/>
                  <a:pt x="731157" y="692476"/>
                </a:cubicBezTo>
                <a:cubicBezTo>
                  <a:pt x="731157" y="682098"/>
                  <a:pt x="722666" y="670777"/>
                  <a:pt x="712288" y="673607"/>
                </a:cubicBezTo>
                <a:cubicBezTo>
                  <a:pt x="648135" y="692476"/>
                  <a:pt x="579265" y="676438"/>
                  <a:pt x="512281" y="673607"/>
                </a:cubicBezTo>
                <a:cubicBezTo>
                  <a:pt x="511338" y="640587"/>
                  <a:pt x="517942" y="607567"/>
                  <a:pt x="512281" y="575491"/>
                </a:cubicBezTo>
                <a:cubicBezTo>
                  <a:pt x="573604" y="570774"/>
                  <a:pt x="633984" y="570774"/>
                  <a:pt x="695306" y="575491"/>
                </a:cubicBezTo>
                <a:cubicBezTo>
                  <a:pt x="705684" y="575491"/>
                  <a:pt x="714175" y="567000"/>
                  <a:pt x="714175" y="556622"/>
                </a:cubicBezTo>
                <a:cubicBezTo>
                  <a:pt x="714175" y="536810"/>
                  <a:pt x="716062" y="517942"/>
                  <a:pt x="714175" y="499073"/>
                </a:cubicBezTo>
                <a:cubicBezTo>
                  <a:pt x="713232" y="488696"/>
                  <a:pt x="705684" y="480205"/>
                  <a:pt x="695306" y="480205"/>
                </a:cubicBezTo>
                <a:cubicBezTo>
                  <a:pt x="633984" y="482092"/>
                  <a:pt x="571717" y="468883"/>
                  <a:pt x="512281" y="480205"/>
                </a:cubicBezTo>
                <a:cubicBezTo>
                  <a:pt x="516055" y="448128"/>
                  <a:pt x="518885" y="414165"/>
                  <a:pt x="512281" y="382088"/>
                </a:cubicBezTo>
                <a:cubicBezTo>
                  <a:pt x="578321" y="376427"/>
                  <a:pt x="646248" y="375484"/>
                  <a:pt x="712288" y="382088"/>
                </a:cubicBezTo>
                <a:cubicBezTo>
                  <a:pt x="722666" y="383032"/>
                  <a:pt x="731157" y="373597"/>
                  <a:pt x="731157" y="363220"/>
                </a:cubicBezTo>
                <a:cubicBezTo>
                  <a:pt x="732100" y="344351"/>
                  <a:pt x="725496" y="324539"/>
                  <a:pt x="731157" y="306614"/>
                </a:cubicBezTo>
                <a:cubicBezTo>
                  <a:pt x="733987" y="296236"/>
                  <a:pt x="722666" y="289632"/>
                  <a:pt x="712288" y="287745"/>
                </a:cubicBezTo>
                <a:cubicBezTo>
                  <a:pt x="615115" y="266046"/>
                  <a:pt x="513225" y="277367"/>
                  <a:pt x="415108" y="287745"/>
                </a:cubicBezTo>
                <a:moveTo>
                  <a:pt x="1169851" y="523602"/>
                </a:moveTo>
                <a:cubicBezTo>
                  <a:pt x="1100981" y="603794"/>
                  <a:pt x="1092490" y="731157"/>
                  <a:pt x="1011355" y="799083"/>
                </a:cubicBezTo>
                <a:cubicBezTo>
                  <a:pt x="942485" y="856633"/>
                  <a:pt x="935881" y="964183"/>
                  <a:pt x="877388" y="1033054"/>
                </a:cubicBezTo>
                <a:cubicBezTo>
                  <a:pt x="811348" y="1053809"/>
                  <a:pt x="733987" y="1057583"/>
                  <a:pt x="668890" y="1033054"/>
                </a:cubicBezTo>
                <a:cubicBezTo>
                  <a:pt x="611341" y="1011355"/>
                  <a:pt x="544358" y="1031167"/>
                  <a:pt x="482092" y="1033054"/>
                </a:cubicBezTo>
                <a:cubicBezTo>
                  <a:pt x="418882" y="1034941"/>
                  <a:pt x="355672" y="1027393"/>
                  <a:pt x="292462" y="1033054"/>
                </a:cubicBezTo>
                <a:cubicBezTo>
                  <a:pt x="231140" y="946258"/>
                  <a:pt x="185855" y="849085"/>
                  <a:pt x="133966" y="756629"/>
                </a:cubicBezTo>
                <a:cubicBezTo>
                  <a:pt x="89625" y="678325"/>
                  <a:pt x="50001" y="598133"/>
                  <a:pt x="0" y="523602"/>
                </a:cubicBezTo>
                <a:cubicBezTo>
                  <a:pt x="50945" y="433033"/>
                  <a:pt x="109437" y="348125"/>
                  <a:pt x="154722" y="254725"/>
                </a:cubicBezTo>
                <a:cubicBezTo>
                  <a:pt x="194346" y="170760"/>
                  <a:pt x="223592" y="76417"/>
                  <a:pt x="292462" y="14151"/>
                </a:cubicBezTo>
                <a:cubicBezTo>
                  <a:pt x="340577" y="943"/>
                  <a:pt x="394353" y="28302"/>
                  <a:pt x="442467" y="14151"/>
                </a:cubicBezTo>
                <a:cubicBezTo>
                  <a:pt x="488696" y="0"/>
                  <a:pt x="538697" y="11321"/>
                  <a:pt x="586812" y="14151"/>
                </a:cubicBezTo>
                <a:cubicBezTo>
                  <a:pt x="633040" y="16038"/>
                  <a:pt x="679268" y="7547"/>
                  <a:pt x="724553" y="14151"/>
                </a:cubicBezTo>
                <a:cubicBezTo>
                  <a:pt x="774554" y="21698"/>
                  <a:pt x="826443" y="12264"/>
                  <a:pt x="877388" y="14151"/>
                </a:cubicBezTo>
                <a:cubicBezTo>
                  <a:pt x="904747" y="49058"/>
                  <a:pt x="930220" y="86795"/>
                  <a:pt x="943428" y="129249"/>
                </a:cubicBezTo>
                <a:cubicBezTo>
                  <a:pt x="959466" y="182081"/>
                  <a:pt x="986826" y="233970"/>
                  <a:pt x="1025506" y="272650"/>
                </a:cubicBezTo>
                <a:cubicBezTo>
                  <a:pt x="1058526" y="305670"/>
                  <a:pt x="1059470" y="362276"/>
                  <a:pt x="1094377" y="392466"/>
                </a:cubicBezTo>
                <a:cubicBezTo>
                  <a:pt x="1133057" y="425486"/>
                  <a:pt x="1159473" y="474544"/>
                  <a:pt x="1169851" y="523602"/>
                </a:cubicBezTo>
                <a:moveTo>
                  <a:pt x="415108" y="287745"/>
                </a:moveTo>
                <a:cubicBezTo>
                  <a:pt x="404730" y="285858"/>
                  <a:pt x="396240" y="296236"/>
                  <a:pt x="396240" y="306614"/>
                </a:cubicBezTo>
                <a:cubicBezTo>
                  <a:pt x="396240" y="352842"/>
                  <a:pt x="412278" y="401900"/>
                  <a:pt x="396240" y="445298"/>
                </a:cubicBezTo>
                <a:cubicBezTo>
                  <a:pt x="379258" y="491526"/>
                  <a:pt x="414165" y="547188"/>
                  <a:pt x="396240" y="593416"/>
                </a:cubicBezTo>
                <a:cubicBezTo>
                  <a:pt x="377371" y="642474"/>
                  <a:pt x="404730" y="698137"/>
                  <a:pt x="396240" y="749082"/>
                </a:cubicBezTo>
                <a:cubicBezTo>
                  <a:pt x="394353" y="759460"/>
                  <a:pt x="405674" y="771724"/>
                  <a:pt x="415108" y="767950"/>
                </a:cubicBezTo>
                <a:cubicBezTo>
                  <a:pt x="465110" y="751912"/>
                  <a:pt x="519829" y="769837"/>
                  <a:pt x="572661" y="767950"/>
                </a:cubicBezTo>
                <a:cubicBezTo>
                  <a:pt x="618889" y="766063"/>
                  <a:pt x="667947" y="752856"/>
                  <a:pt x="712288" y="767950"/>
                </a:cubicBezTo>
                <a:cubicBezTo>
                  <a:pt x="721722" y="771724"/>
                  <a:pt x="732100" y="759460"/>
                  <a:pt x="731157" y="749082"/>
                </a:cubicBezTo>
                <a:cubicBezTo>
                  <a:pt x="729270" y="730213"/>
                  <a:pt x="736817" y="710401"/>
                  <a:pt x="731157" y="692476"/>
                </a:cubicBezTo>
                <a:cubicBezTo>
                  <a:pt x="728326" y="683042"/>
                  <a:pt x="722666" y="675494"/>
                  <a:pt x="712288" y="673607"/>
                </a:cubicBezTo>
                <a:cubicBezTo>
                  <a:pt x="646248" y="666060"/>
                  <a:pt x="578321" y="668890"/>
                  <a:pt x="512281" y="673607"/>
                </a:cubicBezTo>
                <a:cubicBezTo>
                  <a:pt x="512281" y="640587"/>
                  <a:pt x="502847" y="606624"/>
                  <a:pt x="512281" y="575491"/>
                </a:cubicBezTo>
                <a:cubicBezTo>
                  <a:pt x="572661" y="569830"/>
                  <a:pt x="637757" y="595303"/>
                  <a:pt x="695306" y="575491"/>
                </a:cubicBezTo>
                <a:cubicBezTo>
                  <a:pt x="704741" y="571717"/>
                  <a:pt x="711345" y="566057"/>
                  <a:pt x="714175" y="556622"/>
                </a:cubicBezTo>
                <a:cubicBezTo>
                  <a:pt x="717949" y="537754"/>
                  <a:pt x="715118" y="517942"/>
                  <a:pt x="714175" y="499073"/>
                </a:cubicBezTo>
                <a:cubicBezTo>
                  <a:pt x="713232" y="488696"/>
                  <a:pt x="705684" y="482092"/>
                  <a:pt x="695306" y="480205"/>
                </a:cubicBezTo>
                <a:cubicBezTo>
                  <a:pt x="634927" y="473601"/>
                  <a:pt x="571717" y="494356"/>
                  <a:pt x="512281" y="480205"/>
                </a:cubicBezTo>
                <a:cubicBezTo>
                  <a:pt x="512281" y="447185"/>
                  <a:pt x="518885" y="414165"/>
                  <a:pt x="512281" y="382088"/>
                </a:cubicBezTo>
                <a:cubicBezTo>
                  <a:pt x="576434" y="364163"/>
                  <a:pt x="648135" y="364163"/>
                  <a:pt x="712288" y="382088"/>
                </a:cubicBezTo>
                <a:cubicBezTo>
                  <a:pt x="722666" y="384918"/>
                  <a:pt x="732100" y="373597"/>
                  <a:pt x="731157" y="363220"/>
                </a:cubicBezTo>
                <a:cubicBezTo>
                  <a:pt x="729270" y="344351"/>
                  <a:pt x="724553" y="324539"/>
                  <a:pt x="731157" y="306614"/>
                </a:cubicBezTo>
                <a:cubicBezTo>
                  <a:pt x="734930" y="297180"/>
                  <a:pt x="721722" y="291519"/>
                  <a:pt x="712288" y="287745"/>
                </a:cubicBezTo>
                <a:cubicBezTo>
                  <a:pt x="620775" y="250952"/>
                  <a:pt x="510394" y="261329"/>
                  <a:pt x="415108" y="287745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79572" y="2394059"/>
            <a:ext cx="801914" cy="1245325"/>
          </a:xfrm>
          <a:custGeom>
            <a:avLst/>
            <a:gdLst/>
            <a:ahLst/>
            <a:cxnLst/>
            <a:rect l="0" t="0" r="0" b="0"/>
            <a:pathLst>
              <a:path w="801914" h="1245325">
                <a:moveTo>
                  <a:pt x="650965" y="116985"/>
                </a:moveTo>
                <a:lnTo>
                  <a:pt x="650965" y="400013"/>
                </a:lnTo>
                <a:lnTo>
                  <a:pt x="330200" y="400013"/>
                </a:lnTo>
                <a:lnTo>
                  <a:pt x="0" y="966070"/>
                </a:lnTo>
                <a:moveTo>
                  <a:pt x="594360" y="60379"/>
                </a:moveTo>
                <a:cubicBezTo>
                  <a:pt x="594360" y="29116"/>
                  <a:pt x="619703" y="3773"/>
                  <a:pt x="650965" y="3773"/>
                </a:cubicBezTo>
                <a:cubicBezTo>
                  <a:pt x="682228" y="3773"/>
                  <a:pt x="707571" y="29116"/>
                  <a:pt x="707571" y="60379"/>
                </a:cubicBezTo>
                <a:cubicBezTo>
                  <a:pt x="707571" y="91641"/>
                  <a:pt x="682228" y="116985"/>
                  <a:pt x="650965" y="116985"/>
                </a:cubicBezTo>
                <a:cubicBezTo>
                  <a:pt x="619703" y="116985"/>
                  <a:pt x="594360" y="91641"/>
                  <a:pt x="594360" y="60379"/>
                </a:cubicBezTo>
                <a:moveTo>
                  <a:pt x="481148" y="1210504"/>
                </a:moveTo>
                <a:lnTo>
                  <a:pt x="778302" y="1210504"/>
                </a:lnTo>
                <a:cubicBezTo>
                  <a:pt x="788722" y="1210504"/>
                  <a:pt x="797170" y="1202057"/>
                  <a:pt x="797170" y="1191636"/>
                </a:cubicBezTo>
                <a:lnTo>
                  <a:pt x="797170" y="1135097"/>
                </a:lnTo>
                <a:cubicBezTo>
                  <a:pt x="797170" y="1124676"/>
                  <a:pt x="788722" y="1116228"/>
                  <a:pt x="778302" y="1116228"/>
                </a:cubicBezTo>
                <a:lnTo>
                  <a:pt x="578366" y="1116228"/>
                </a:lnTo>
                <a:lnTo>
                  <a:pt x="578366" y="1017497"/>
                </a:lnTo>
                <a:lnTo>
                  <a:pt x="761181" y="1017497"/>
                </a:lnTo>
                <a:cubicBezTo>
                  <a:pt x="771602" y="1017497"/>
                  <a:pt x="780050" y="1009049"/>
                  <a:pt x="780050" y="998628"/>
                </a:cubicBezTo>
                <a:lnTo>
                  <a:pt x="780050" y="941854"/>
                </a:lnTo>
                <a:cubicBezTo>
                  <a:pt x="780050" y="931434"/>
                  <a:pt x="771602" y="922986"/>
                  <a:pt x="761181" y="922986"/>
                </a:cubicBezTo>
                <a:lnTo>
                  <a:pt x="578366" y="922986"/>
                </a:lnTo>
                <a:lnTo>
                  <a:pt x="578366" y="824489"/>
                </a:lnTo>
                <a:lnTo>
                  <a:pt x="778302" y="824489"/>
                </a:lnTo>
                <a:cubicBezTo>
                  <a:pt x="788722" y="824489"/>
                  <a:pt x="797170" y="816042"/>
                  <a:pt x="797170" y="805621"/>
                </a:cubicBezTo>
                <a:lnTo>
                  <a:pt x="797170" y="749082"/>
                </a:lnTo>
                <a:cubicBezTo>
                  <a:pt x="797170" y="738661"/>
                  <a:pt x="788722" y="730213"/>
                  <a:pt x="778302" y="730213"/>
                </a:cubicBezTo>
                <a:lnTo>
                  <a:pt x="481148" y="730213"/>
                </a:lnTo>
                <a:cubicBezTo>
                  <a:pt x="470727" y="730213"/>
                  <a:pt x="462280" y="738661"/>
                  <a:pt x="462280" y="749082"/>
                </a:cubicBezTo>
                <a:lnTo>
                  <a:pt x="462280" y="1191636"/>
                </a:lnTo>
                <a:cubicBezTo>
                  <a:pt x="462280" y="1202057"/>
                  <a:pt x="470727" y="1210504"/>
                  <a:pt x="481148" y="1210504"/>
                </a:cubicBezTo>
                <a:close/>
                <a:moveTo>
                  <a:pt x="650965" y="116985"/>
                </a:moveTo>
                <a:cubicBezTo>
                  <a:pt x="658513" y="211328"/>
                  <a:pt x="668890" y="307557"/>
                  <a:pt x="650965" y="400013"/>
                </a:cubicBezTo>
                <a:cubicBezTo>
                  <a:pt x="544358" y="401900"/>
                  <a:pt x="435863" y="417938"/>
                  <a:pt x="330200" y="400013"/>
                </a:cubicBezTo>
                <a:cubicBezTo>
                  <a:pt x="231140" y="594360"/>
                  <a:pt x="112267" y="779272"/>
                  <a:pt x="0" y="966070"/>
                </a:cubicBezTo>
                <a:moveTo>
                  <a:pt x="594360" y="60379"/>
                </a:moveTo>
                <a:cubicBezTo>
                  <a:pt x="600020" y="91512"/>
                  <a:pt x="619832" y="121702"/>
                  <a:pt x="650965" y="116985"/>
                </a:cubicBezTo>
                <a:cubicBezTo>
                  <a:pt x="682098" y="112268"/>
                  <a:pt x="700024" y="90569"/>
                  <a:pt x="707571" y="60379"/>
                </a:cubicBezTo>
                <a:cubicBezTo>
                  <a:pt x="715118" y="30189"/>
                  <a:pt x="682098" y="7547"/>
                  <a:pt x="650965" y="3773"/>
                </a:cubicBezTo>
                <a:cubicBezTo>
                  <a:pt x="619832" y="0"/>
                  <a:pt x="600020" y="29246"/>
                  <a:pt x="594360" y="60379"/>
                </a:cubicBezTo>
                <a:moveTo>
                  <a:pt x="481148" y="1210418"/>
                </a:moveTo>
                <a:cubicBezTo>
                  <a:pt x="470770" y="1212305"/>
                  <a:pt x="465110" y="1201928"/>
                  <a:pt x="462280" y="1191550"/>
                </a:cubicBezTo>
                <a:cubicBezTo>
                  <a:pt x="420769" y="1050035"/>
                  <a:pt x="465110" y="896257"/>
                  <a:pt x="462280" y="749082"/>
                </a:cubicBezTo>
                <a:cubicBezTo>
                  <a:pt x="462280" y="738704"/>
                  <a:pt x="470770" y="730213"/>
                  <a:pt x="481148" y="730213"/>
                </a:cubicBezTo>
                <a:cubicBezTo>
                  <a:pt x="580208" y="729270"/>
                  <a:pt x="679268" y="730213"/>
                  <a:pt x="778328" y="730213"/>
                </a:cubicBezTo>
                <a:cubicBezTo>
                  <a:pt x="788706" y="730213"/>
                  <a:pt x="800970" y="739648"/>
                  <a:pt x="797197" y="749082"/>
                </a:cubicBezTo>
                <a:cubicBezTo>
                  <a:pt x="790593" y="767007"/>
                  <a:pt x="797197" y="786819"/>
                  <a:pt x="797197" y="805688"/>
                </a:cubicBezTo>
                <a:cubicBezTo>
                  <a:pt x="797197" y="816065"/>
                  <a:pt x="788706" y="823613"/>
                  <a:pt x="778328" y="824556"/>
                </a:cubicBezTo>
                <a:cubicBezTo>
                  <a:pt x="711345" y="828330"/>
                  <a:pt x="644361" y="817009"/>
                  <a:pt x="578321" y="824556"/>
                </a:cubicBezTo>
                <a:cubicBezTo>
                  <a:pt x="581152" y="857576"/>
                  <a:pt x="584925" y="890596"/>
                  <a:pt x="578321" y="922673"/>
                </a:cubicBezTo>
                <a:cubicBezTo>
                  <a:pt x="636814" y="906634"/>
                  <a:pt x="702854" y="904748"/>
                  <a:pt x="761346" y="922673"/>
                </a:cubicBezTo>
                <a:cubicBezTo>
                  <a:pt x="770781" y="926446"/>
                  <a:pt x="777385" y="932107"/>
                  <a:pt x="780215" y="941541"/>
                </a:cubicBezTo>
                <a:cubicBezTo>
                  <a:pt x="784932" y="960410"/>
                  <a:pt x="781158" y="979278"/>
                  <a:pt x="780215" y="999090"/>
                </a:cubicBezTo>
                <a:cubicBezTo>
                  <a:pt x="779272" y="1009468"/>
                  <a:pt x="771724" y="1015129"/>
                  <a:pt x="761346" y="1017959"/>
                </a:cubicBezTo>
                <a:cubicBezTo>
                  <a:pt x="702854" y="1033054"/>
                  <a:pt x="636814" y="1034941"/>
                  <a:pt x="578321" y="1017959"/>
                </a:cubicBezTo>
                <a:cubicBezTo>
                  <a:pt x="575491" y="1050035"/>
                  <a:pt x="570774" y="1083999"/>
                  <a:pt x="578321" y="1116075"/>
                </a:cubicBezTo>
                <a:cubicBezTo>
                  <a:pt x="645305" y="1119849"/>
                  <a:pt x="711345" y="1116075"/>
                  <a:pt x="778328" y="1116075"/>
                </a:cubicBezTo>
                <a:cubicBezTo>
                  <a:pt x="788706" y="1116075"/>
                  <a:pt x="794366" y="1124566"/>
                  <a:pt x="797197" y="1134944"/>
                </a:cubicBezTo>
                <a:cubicBezTo>
                  <a:pt x="801914" y="1153813"/>
                  <a:pt x="798140" y="1172681"/>
                  <a:pt x="797197" y="1191550"/>
                </a:cubicBezTo>
                <a:cubicBezTo>
                  <a:pt x="797197" y="1201928"/>
                  <a:pt x="787762" y="1206645"/>
                  <a:pt x="778328" y="1210418"/>
                </a:cubicBezTo>
                <a:cubicBezTo>
                  <a:pt x="685872" y="1245325"/>
                  <a:pt x="580208" y="1212305"/>
                  <a:pt x="481148" y="1210418"/>
                </a:cubicBezTo>
                <a:moveTo>
                  <a:pt x="0" y="966070"/>
                </a:moveTo>
                <a:cubicBezTo>
                  <a:pt x="59436" y="864180"/>
                  <a:pt x="86795" y="734930"/>
                  <a:pt x="178307" y="660400"/>
                </a:cubicBezTo>
                <a:cubicBezTo>
                  <a:pt x="255669" y="597190"/>
                  <a:pt x="279254" y="486809"/>
                  <a:pt x="330200" y="400013"/>
                </a:cubicBezTo>
                <a:cubicBezTo>
                  <a:pt x="363220" y="388692"/>
                  <a:pt x="400013" y="399070"/>
                  <a:pt x="435863" y="400013"/>
                </a:cubicBezTo>
                <a:cubicBezTo>
                  <a:pt x="471714" y="400957"/>
                  <a:pt x="510394" y="411334"/>
                  <a:pt x="544358" y="400013"/>
                </a:cubicBezTo>
                <a:cubicBezTo>
                  <a:pt x="578321" y="388692"/>
                  <a:pt x="616058" y="395296"/>
                  <a:pt x="650965" y="400013"/>
                </a:cubicBezTo>
                <a:cubicBezTo>
                  <a:pt x="686815" y="312274"/>
                  <a:pt x="625493" y="207554"/>
                  <a:pt x="650965" y="116985"/>
                </a:cubicBezTo>
                <a:moveTo>
                  <a:pt x="594360" y="60379"/>
                </a:moveTo>
                <a:cubicBezTo>
                  <a:pt x="594360" y="91512"/>
                  <a:pt x="619832" y="113211"/>
                  <a:pt x="650965" y="116985"/>
                </a:cubicBezTo>
                <a:cubicBezTo>
                  <a:pt x="682098" y="120758"/>
                  <a:pt x="699080" y="90569"/>
                  <a:pt x="707571" y="60379"/>
                </a:cubicBezTo>
                <a:cubicBezTo>
                  <a:pt x="716062" y="30189"/>
                  <a:pt x="682098" y="943"/>
                  <a:pt x="650965" y="3773"/>
                </a:cubicBezTo>
                <a:cubicBezTo>
                  <a:pt x="619832" y="6604"/>
                  <a:pt x="604737" y="31133"/>
                  <a:pt x="594360" y="60379"/>
                </a:cubicBezTo>
                <a:moveTo>
                  <a:pt x="481148" y="1210418"/>
                </a:moveTo>
                <a:cubicBezTo>
                  <a:pt x="470770" y="1209475"/>
                  <a:pt x="460393" y="1201928"/>
                  <a:pt x="462280" y="1191550"/>
                </a:cubicBezTo>
                <a:cubicBezTo>
                  <a:pt x="471714" y="1144378"/>
                  <a:pt x="462280" y="1096264"/>
                  <a:pt x="462280" y="1048149"/>
                </a:cubicBezTo>
                <a:cubicBezTo>
                  <a:pt x="462280" y="994373"/>
                  <a:pt x="453789" y="939654"/>
                  <a:pt x="462280" y="885879"/>
                </a:cubicBezTo>
                <a:cubicBezTo>
                  <a:pt x="469827" y="840594"/>
                  <a:pt x="472657" y="793423"/>
                  <a:pt x="462280" y="749082"/>
                </a:cubicBezTo>
                <a:cubicBezTo>
                  <a:pt x="460393" y="738704"/>
                  <a:pt x="470770" y="728326"/>
                  <a:pt x="481148" y="730213"/>
                </a:cubicBezTo>
                <a:cubicBezTo>
                  <a:pt x="578321" y="748138"/>
                  <a:pt x="684929" y="698137"/>
                  <a:pt x="778328" y="730213"/>
                </a:cubicBezTo>
                <a:cubicBezTo>
                  <a:pt x="787762" y="733987"/>
                  <a:pt x="800970" y="739648"/>
                  <a:pt x="797197" y="749082"/>
                </a:cubicBezTo>
                <a:cubicBezTo>
                  <a:pt x="790593" y="767007"/>
                  <a:pt x="790593" y="787762"/>
                  <a:pt x="797197" y="805688"/>
                </a:cubicBezTo>
                <a:cubicBezTo>
                  <a:pt x="800970" y="815122"/>
                  <a:pt x="787762" y="820782"/>
                  <a:pt x="778328" y="824556"/>
                </a:cubicBezTo>
                <a:cubicBezTo>
                  <a:pt x="716062" y="849085"/>
                  <a:pt x="644361" y="812292"/>
                  <a:pt x="578321" y="824556"/>
                </a:cubicBezTo>
                <a:cubicBezTo>
                  <a:pt x="590586" y="854746"/>
                  <a:pt x="588699" y="891540"/>
                  <a:pt x="578321" y="922673"/>
                </a:cubicBezTo>
                <a:cubicBezTo>
                  <a:pt x="639644" y="923616"/>
                  <a:pt x="700967" y="913238"/>
                  <a:pt x="761346" y="922673"/>
                </a:cubicBezTo>
                <a:cubicBezTo>
                  <a:pt x="771724" y="924560"/>
                  <a:pt x="780215" y="931164"/>
                  <a:pt x="780215" y="941541"/>
                </a:cubicBezTo>
                <a:cubicBezTo>
                  <a:pt x="779272" y="960410"/>
                  <a:pt x="776441" y="980222"/>
                  <a:pt x="780215" y="999090"/>
                </a:cubicBezTo>
                <a:cubicBezTo>
                  <a:pt x="782102" y="1008525"/>
                  <a:pt x="771724" y="1015129"/>
                  <a:pt x="761346" y="1017959"/>
                </a:cubicBezTo>
                <a:cubicBezTo>
                  <a:pt x="701910" y="1033054"/>
                  <a:pt x="639644" y="1017959"/>
                  <a:pt x="578321" y="1017959"/>
                </a:cubicBezTo>
                <a:cubicBezTo>
                  <a:pt x="588699" y="1049092"/>
                  <a:pt x="581152" y="1083055"/>
                  <a:pt x="578321" y="1116075"/>
                </a:cubicBezTo>
                <a:cubicBezTo>
                  <a:pt x="644361" y="1110415"/>
                  <a:pt x="711345" y="1112302"/>
                  <a:pt x="778328" y="1116075"/>
                </a:cubicBezTo>
                <a:cubicBezTo>
                  <a:pt x="788706" y="1117019"/>
                  <a:pt x="799084" y="1124566"/>
                  <a:pt x="797197" y="1134944"/>
                </a:cubicBezTo>
                <a:cubicBezTo>
                  <a:pt x="794366" y="1153813"/>
                  <a:pt x="789649" y="1174568"/>
                  <a:pt x="797197" y="1191550"/>
                </a:cubicBezTo>
                <a:cubicBezTo>
                  <a:pt x="800970" y="1200984"/>
                  <a:pt x="787762" y="1214192"/>
                  <a:pt x="778328" y="1210418"/>
                </a:cubicBezTo>
                <a:cubicBezTo>
                  <a:pt x="684929" y="1176455"/>
                  <a:pt x="578321" y="1227400"/>
                  <a:pt x="481148" y="1210418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9" name="Group 28"/>
          <p:cNvGrpSpPr/>
          <p:nvPr/>
        </p:nvGrpSpPr>
        <p:grpSpPr>
          <a:xfrm>
            <a:off x="6251303" y="3473341"/>
            <a:ext cx="1169851" cy="1471748"/>
            <a:chOff x="5132251" y="3056708"/>
            <a:chExt cx="1169851" cy="1471748"/>
          </a:xfrm>
        </p:grpSpPr>
        <p:sp>
          <p:nvSpPr>
            <p:cNvPr id="27" name="Rounded Rectangle 26"/>
            <p:cNvSpPr/>
            <p:nvPr/>
          </p:nvSpPr>
          <p:spPr>
            <a:xfrm>
              <a:off x="5132251" y="3056708"/>
              <a:ext cx="1169851" cy="1018902"/>
            </a:xfrm>
            <a:custGeom>
              <a:avLst/>
              <a:gdLst/>
              <a:ahLst/>
              <a:cxnLst/>
              <a:rect l="0" t="0" r="0" b="0"/>
              <a:pathLst>
                <a:path w="1169851" h="1018902">
                  <a:moveTo>
                    <a:pt x="1169851" y="509451"/>
                  </a:moveTo>
                  <a:lnTo>
                    <a:pt x="877388" y="1018902"/>
                  </a:lnTo>
                  <a:lnTo>
                    <a:pt x="292462" y="1018902"/>
                  </a:lnTo>
                  <a:lnTo>
                    <a:pt x="0" y="509451"/>
                  </a:lnTo>
                  <a:lnTo>
                    <a:pt x="292462" y="0"/>
                  </a:lnTo>
                  <a:lnTo>
                    <a:pt x="877388" y="0"/>
                  </a:lnTo>
                  <a:lnTo>
                    <a:pt x="1169851" y="509451"/>
                  </a:lnTo>
                  <a:moveTo>
                    <a:pt x="462280" y="273594"/>
                  </a:moveTo>
                  <a:cubicBezTo>
                    <a:pt x="451855" y="273594"/>
                    <a:pt x="443411" y="282037"/>
                    <a:pt x="443411" y="292462"/>
                  </a:cubicBezTo>
                  <a:lnTo>
                    <a:pt x="443411" y="735015"/>
                  </a:lnTo>
                  <a:cubicBezTo>
                    <a:pt x="443411" y="745440"/>
                    <a:pt x="451864" y="753884"/>
                    <a:pt x="462280" y="753884"/>
                  </a:cubicBezTo>
                  <a:lnTo>
                    <a:pt x="740431" y="753884"/>
                  </a:lnTo>
                  <a:cubicBezTo>
                    <a:pt x="750855" y="753884"/>
                    <a:pt x="759299" y="745440"/>
                    <a:pt x="759299" y="735015"/>
                  </a:cubicBezTo>
                  <a:lnTo>
                    <a:pt x="759299" y="678476"/>
                  </a:lnTo>
                  <a:cubicBezTo>
                    <a:pt x="759299" y="668060"/>
                    <a:pt x="750855" y="659607"/>
                    <a:pt x="740431" y="659607"/>
                  </a:cubicBezTo>
                  <a:lnTo>
                    <a:pt x="559500" y="659607"/>
                  </a:lnTo>
                  <a:lnTo>
                    <a:pt x="559500" y="292462"/>
                  </a:lnTo>
                  <a:cubicBezTo>
                    <a:pt x="559500" y="282047"/>
                    <a:pt x="551047" y="273594"/>
                    <a:pt x="540631" y="273594"/>
                  </a:cubicBezTo>
                  <a:lnTo>
                    <a:pt x="462280" y="27359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660571" y="4415245"/>
              <a:ext cx="113211" cy="113211"/>
            </a:xfrm>
            <a:custGeom>
              <a:avLst/>
              <a:gdLst/>
              <a:ahLst/>
              <a:cxnLst/>
              <a:rect l="0" t="0" r="0" b="0"/>
              <a:pathLst>
                <a:path w="113211" h="113211">
                  <a:moveTo>
                    <a:pt x="0" y="56605"/>
                  </a:moveTo>
                  <a:cubicBezTo>
                    <a:pt x="0" y="87870"/>
                    <a:pt x="25340" y="113211"/>
                    <a:pt x="56605" y="113211"/>
                  </a:cubicBezTo>
                  <a:cubicBezTo>
                    <a:pt x="87870" y="113211"/>
                    <a:pt x="113211" y="87870"/>
                    <a:pt x="113211" y="56605"/>
                  </a:cubicBezTo>
                  <a:cubicBezTo>
                    <a:pt x="113211" y="25340"/>
                    <a:pt x="87870" y="0"/>
                    <a:pt x="56605" y="0"/>
                  </a:cubicBezTo>
                  <a:cubicBezTo>
                    <a:pt x="25340" y="0"/>
                    <a:pt x="0" y="25340"/>
                    <a:pt x="0" y="566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6251303" y="3468624"/>
            <a:ext cx="1169851" cy="1031167"/>
          </a:xfrm>
          <a:custGeom>
            <a:avLst/>
            <a:gdLst/>
            <a:ahLst/>
            <a:cxnLst/>
            <a:rect l="0" t="0" r="0" b="0"/>
            <a:pathLst>
              <a:path w="1169851" h="1031167">
                <a:moveTo>
                  <a:pt x="1169851" y="514168"/>
                </a:moveTo>
                <a:lnTo>
                  <a:pt x="877388" y="4717"/>
                </a:lnTo>
                <a:lnTo>
                  <a:pt x="292462" y="4717"/>
                </a:lnTo>
                <a:lnTo>
                  <a:pt x="0" y="514168"/>
                </a:lnTo>
                <a:lnTo>
                  <a:pt x="292462" y="1023620"/>
                </a:lnTo>
                <a:lnTo>
                  <a:pt x="877388" y="1023620"/>
                </a:lnTo>
                <a:close/>
                <a:moveTo>
                  <a:pt x="462280" y="278311"/>
                </a:moveTo>
                <a:lnTo>
                  <a:pt x="540628" y="278311"/>
                </a:lnTo>
                <a:cubicBezTo>
                  <a:pt x="551049" y="278311"/>
                  <a:pt x="559497" y="286759"/>
                  <a:pt x="559497" y="297180"/>
                </a:cubicBezTo>
                <a:lnTo>
                  <a:pt x="559497" y="664324"/>
                </a:lnTo>
                <a:lnTo>
                  <a:pt x="740434" y="664324"/>
                </a:lnTo>
                <a:cubicBezTo>
                  <a:pt x="750854" y="664324"/>
                  <a:pt x="759302" y="672773"/>
                  <a:pt x="759303" y="683193"/>
                </a:cubicBezTo>
                <a:lnTo>
                  <a:pt x="759303" y="739734"/>
                </a:lnTo>
                <a:cubicBezTo>
                  <a:pt x="759303" y="750154"/>
                  <a:pt x="750854" y="758603"/>
                  <a:pt x="740434" y="758603"/>
                </a:cubicBezTo>
                <a:lnTo>
                  <a:pt x="462280" y="758603"/>
                </a:lnTo>
                <a:cubicBezTo>
                  <a:pt x="451859" y="758603"/>
                  <a:pt x="443411" y="750154"/>
                  <a:pt x="443411" y="739734"/>
                </a:cubicBezTo>
                <a:lnTo>
                  <a:pt x="443411" y="297180"/>
                </a:lnTo>
                <a:cubicBezTo>
                  <a:pt x="443411" y="286758"/>
                  <a:pt x="451858" y="278311"/>
                  <a:pt x="462280" y="278311"/>
                </a:cubicBezTo>
                <a:close/>
                <a:moveTo>
                  <a:pt x="1169851" y="514168"/>
                </a:moveTo>
                <a:cubicBezTo>
                  <a:pt x="1058526" y="675494"/>
                  <a:pt x="976448" y="854746"/>
                  <a:pt x="877388" y="1023620"/>
                </a:cubicBezTo>
                <a:cubicBezTo>
                  <a:pt x="683042" y="1013242"/>
                  <a:pt x="487752" y="1023620"/>
                  <a:pt x="292462" y="1023620"/>
                </a:cubicBezTo>
                <a:cubicBezTo>
                  <a:pt x="201893" y="850029"/>
                  <a:pt x="85852" y="690589"/>
                  <a:pt x="0" y="514168"/>
                </a:cubicBezTo>
                <a:cubicBezTo>
                  <a:pt x="83965" y="336803"/>
                  <a:pt x="204724" y="180194"/>
                  <a:pt x="292462" y="4717"/>
                </a:cubicBezTo>
                <a:cubicBezTo>
                  <a:pt x="487752" y="2830"/>
                  <a:pt x="682098" y="0"/>
                  <a:pt x="877388" y="4717"/>
                </a:cubicBezTo>
                <a:cubicBezTo>
                  <a:pt x="977392" y="172647"/>
                  <a:pt x="1082112" y="339634"/>
                  <a:pt x="1169851" y="514168"/>
                </a:cubicBezTo>
                <a:moveTo>
                  <a:pt x="462280" y="278311"/>
                </a:moveTo>
                <a:cubicBezTo>
                  <a:pt x="452845" y="274537"/>
                  <a:pt x="440581" y="286802"/>
                  <a:pt x="443411" y="297180"/>
                </a:cubicBezTo>
                <a:cubicBezTo>
                  <a:pt x="482092" y="439637"/>
                  <a:pt x="440581" y="592473"/>
                  <a:pt x="443411" y="739647"/>
                </a:cubicBezTo>
                <a:cubicBezTo>
                  <a:pt x="443411" y="750025"/>
                  <a:pt x="451902" y="760403"/>
                  <a:pt x="462280" y="758516"/>
                </a:cubicBezTo>
                <a:cubicBezTo>
                  <a:pt x="553792" y="746252"/>
                  <a:pt x="648135" y="757573"/>
                  <a:pt x="740591" y="758516"/>
                </a:cubicBezTo>
                <a:cubicBezTo>
                  <a:pt x="750969" y="758516"/>
                  <a:pt x="757573" y="750025"/>
                  <a:pt x="759460" y="739647"/>
                </a:cubicBezTo>
                <a:cubicBezTo>
                  <a:pt x="762290" y="720779"/>
                  <a:pt x="756629" y="701910"/>
                  <a:pt x="759460" y="683042"/>
                </a:cubicBezTo>
                <a:cubicBezTo>
                  <a:pt x="760403" y="672664"/>
                  <a:pt x="750025" y="661343"/>
                  <a:pt x="740591" y="664173"/>
                </a:cubicBezTo>
                <a:cubicBezTo>
                  <a:pt x="683042" y="681155"/>
                  <a:pt x="617002" y="681155"/>
                  <a:pt x="559453" y="664173"/>
                </a:cubicBezTo>
                <a:cubicBezTo>
                  <a:pt x="567944" y="542471"/>
                  <a:pt x="540584" y="417938"/>
                  <a:pt x="559453" y="297180"/>
                </a:cubicBezTo>
                <a:cubicBezTo>
                  <a:pt x="561340" y="286802"/>
                  <a:pt x="550962" y="278311"/>
                  <a:pt x="540584" y="278311"/>
                </a:cubicBezTo>
                <a:cubicBezTo>
                  <a:pt x="514168" y="277367"/>
                  <a:pt x="488695" y="277367"/>
                  <a:pt x="462280" y="278311"/>
                </a:cubicBezTo>
                <a:moveTo>
                  <a:pt x="1169851" y="514168"/>
                </a:moveTo>
                <a:cubicBezTo>
                  <a:pt x="1147209" y="575491"/>
                  <a:pt x="1103811" y="626436"/>
                  <a:pt x="1072678" y="683985"/>
                </a:cubicBezTo>
                <a:cubicBezTo>
                  <a:pt x="1041545" y="740591"/>
                  <a:pt x="984939" y="787762"/>
                  <a:pt x="976448" y="850972"/>
                </a:cubicBezTo>
                <a:cubicBezTo>
                  <a:pt x="967957" y="917012"/>
                  <a:pt x="914182" y="968901"/>
                  <a:pt x="877388" y="1023620"/>
                </a:cubicBezTo>
                <a:cubicBezTo>
                  <a:pt x="805687" y="1027393"/>
                  <a:pt x="733987" y="1014185"/>
                  <a:pt x="663230" y="1023620"/>
                </a:cubicBezTo>
                <a:cubicBezTo>
                  <a:pt x="604737" y="1031167"/>
                  <a:pt x="544358" y="1027393"/>
                  <a:pt x="485865" y="1023620"/>
                </a:cubicBezTo>
                <a:cubicBezTo>
                  <a:pt x="421712" y="1018902"/>
                  <a:pt x="351898" y="1000034"/>
                  <a:pt x="292462" y="1023620"/>
                </a:cubicBezTo>
                <a:cubicBezTo>
                  <a:pt x="254725" y="989656"/>
                  <a:pt x="239630" y="937767"/>
                  <a:pt x="216988" y="892483"/>
                </a:cubicBezTo>
                <a:cubicBezTo>
                  <a:pt x="196233" y="850972"/>
                  <a:pt x="171704" y="810405"/>
                  <a:pt x="147174" y="770781"/>
                </a:cubicBezTo>
                <a:cubicBezTo>
                  <a:pt x="122645" y="731157"/>
                  <a:pt x="95286" y="691533"/>
                  <a:pt x="77361" y="648135"/>
                </a:cubicBezTo>
                <a:cubicBezTo>
                  <a:pt x="57549" y="600963"/>
                  <a:pt x="30189" y="555679"/>
                  <a:pt x="0" y="514168"/>
                </a:cubicBezTo>
                <a:cubicBezTo>
                  <a:pt x="31133" y="482092"/>
                  <a:pt x="41510" y="433977"/>
                  <a:pt x="66983" y="397183"/>
                </a:cubicBezTo>
                <a:cubicBezTo>
                  <a:pt x="94342" y="358502"/>
                  <a:pt x="101890" y="305670"/>
                  <a:pt x="137740" y="274537"/>
                </a:cubicBezTo>
                <a:cubicBezTo>
                  <a:pt x="178307" y="238687"/>
                  <a:pt x="197176" y="183025"/>
                  <a:pt x="218875" y="133023"/>
                </a:cubicBezTo>
                <a:cubicBezTo>
                  <a:pt x="238687" y="87738"/>
                  <a:pt x="258499" y="40567"/>
                  <a:pt x="292462" y="4717"/>
                </a:cubicBezTo>
                <a:cubicBezTo>
                  <a:pt x="379258" y="39623"/>
                  <a:pt x="479261" y="1886"/>
                  <a:pt x="571717" y="4717"/>
                </a:cubicBezTo>
                <a:cubicBezTo>
                  <a:pt x="673607" y="7547"/>
                  <a:pt x="782102" y="40567"/>
                  <a:pt x="877388" y="4717"/>
                </a:cubicBezTo>
                <a:cubicBezTo>
                  <a:pt x="891540" y="55662"/>
                  <a:pt x="915125" y="108494"/>
                  <a:pt x="955693" y="141514"/>
                </a:cubicBezTo>
                <a:cubicBezTo>
                  <a:pt x="995317" y="173590"/>
                  <a:pt x="1017959" y="225479"/>
                  <a:pt x="1032110" y="273594"/>
                </a:cubicBezTo>
                <a:cubicBezTo>
                  <a:pt x="1044375" y="316992"/>
                  <a:pt x="1077395" y="350955"/>
                  <a:pt x="1099094" y="390579"/>
                </a:cubicBezTo>
                <a:cubicBezTo>
                  <a:pt x="1121736" y="432090"/>
                  <a:pt x="1152869" y="469827"/>
                  <a:pt x="1169851" y="514168"/>
                </a:cubicBezTo>
                <a:moveTo>
                  <a:pt x="462280" y="278311"/>
                </a:moveTo>
                <a:cubicBezTo>
                  <a:pt x="451902" y="277367"/>
                  <a:pt x="447185" y="287745"/>
                  <a:pt x="443411" y="297180"/>
                </a:cubicBezTo>
                <a:cubicBezTo>
                  <a:pt x="416995" y="372654"/>
                  <a:pt x="417938" y="461336"/>
                  <a:pt x="443411" y="536810"/>
                </a:cubicBezTo>
                <a:cubicBezTo>
                  <a:pt x="465110" y="600963"/>
                  <a:pt x="452845" y="672664"/>
                  <a:pt x="443411" y="739647"/>
                </a:cubicBezTo>
                <a:cubicBezTo>
                  <a:pt x="441524" y="750025"/>
                  <a:pt x="451902" y="758516"/>
                  <a:pt x="462280" y="758516"/>
                </a:cubicBezTo>
                <a:cubicBezTo>
                  <a:pt x="505677" y="759460"/>
                  <a:pt x="550018" y="766063"/>
                  <a:pt x="593416" y="758516"/>
                </a:cubicBezTo>
                <a:cubicBezTo>
                  <a:pt x="641531" y="750969"/>
                  <a:pt x="692476" y="769837"/>
                  <a:pt x="740591" y="758516"/>
                </a:cubicBezTo>
                <a:cubicBezTo>
                  <a:pt x="750969" y="756629"/>
                  <a:pt x="758516" y="750025"/>
                  <a:pt x="759460" y="739647"/>
                </a:cubicBezTo>
                <a:cubicBezTo>
                  <a:pt x="760403" y="720779"/>
                  <a:pt x="758516" y="701910"/>
                  <a:pt x="759460" y="683042"/>
                </a:cubicBezTo>
                <a:cubicBezTo>
                  <a:pt x="759460" y="672664"/>
                  <a:pt x="750969" y="665117"/>
                  <a:pt x="740591" y="664173"/>
                </a:cubicBezTo>
                <a:cubicBezTo>
                  <a:pt x="680212" y="660400"/>
                  <a:pt x="619832" y="669834"/>
                  <a:pt x="559453" y="664173"/>
                </a:cubicBezTo>
                <a:cubicBezTo>
                  <a:pt x="559453" y="541527"/>
                  <a:pt x="597190" y="413221"/>
                  <a:pt x="559453" y="297180"/>
                </a:cubicBezTo>
                <a:cubicBezTo>
                  <a:pt x="556622" y="287745"/>
                  <a:pt x="550962" y="280198"/>
                  <a:pt x="540584" y="278311"/>
                </a:cubicBezTo>
                <a:cubicBezTo>
                  <a:pt x="515112" y="273594"/>
                  <a:pt x="487752" y="285858"/>
                  <a:pt x="462280" y="278311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9620" y="3744105"/>
            <a:ext cx="807574" cy="1205701"/>
          </a:xfrm>
          <a:custGeom>
            <a:avLst/>
            <a:gdLst/>
            <a:ahLst/>
            <a:cxnLst/>
            <a:rect l="0" t="0" r="0" b="0"/>
            <a:pathLst>
              <a:path w="807574" h="1205701">
                <a:moveTo>
                  <a:pt x="156609" y="1087773"/>
                </a:moveTo>
                <a:lnTo>
                  <a:pt x="156609" y="804744"/>
                </a:lnTo>
                <a:lnTo>
                  <a:pt x="482092" y="804744"/>
                </a:lnTo>
                <a:cubicBezTo>
                  <a:pt x="601831" y="594738"/>
                  <a:pt x="687833" y="448693"/>
                  <a:pt x="807573" y="238687"/>
                </a:cubicBezTo>
                <a:moveTo>
                  <a:pt x="100003" y="1144378"/>
                </a:moveTo>
                <a:cubicBezTo>
                  <a:pt x="100003" y="1113116"/>
                  <a:pt x="125346" y="1087773"/>
                  <a:pt x="156609" y="1087773"/>
                </a:cubicBezTo>
                <a:cubicBezTo>
                  <a:pt x="187871" y="1087773"/>
                  <a:pt x="213214" y="1113116"/>
                  <a:pt x="213214" y="1144378"/>
                </a:cubicBezTo>
                <a:cubicBezTo>
                  <a:pt x="213214" y="1175641"/>
                  <a:pt x="187871" y="1200984"/>
                  <a:pt x="156609" y="1200984"/>
                </a:cubicBezTo>
                <a:cubicBezTo>
                  <a:pt x="125346" y="1200984"/>
                  <a:pt x="100003" y="1175641"/>
                  <a:pt x="100003" y="1144378"/>
                </a:cubicBezTo>
                <a:moveTo>
                  <a:pt x="33963" y="483121"/>
                </a:moveTo>
                <a:lnTo>
                  <a:pt x="312121" y="483121"/>
                </a:lnTo>
                <a:cubicBezTo>
                  <a:pt x="322541" y="483121"/>
                  <a:pt x="330989" y="474673"/>
                  <a:pt x="330989" y="464252"/>
                </a:cubicBezTo>
                <a:lnTo>
                  <a:pt x="330989" y="407713"/>
                </a:lnTo>
                <a:cubicBezTo>
                  <a:pt x="330989" y="397292"/>
                  <a:pt x="322541" y="388845"/>
                  <a:pt x="312121" y="388845"/>
                </a:cubicBezTo>
                <a:lnTo>
                  <a:pt x="131180" y="388845"/>
                </a:lnTo>
                <a:lnTo>
                  <a:pt x="131180" y="21698"/>
                </a:lnTo>
                <a:cubicBezTo>
                  <a:pt x="131180" y="11277"/>
                  <a:pt x="122733" y="2830"/>
                  <a:pt x="112312" y="2830"/>
                </a:cubicBezTo>
                <a:lnTo>
                  <a:pt x="33963" y="2830"/>
                </a:lnTo>
                <a:cubicBezTo>
                  <a:pt x="23542" y="2830"/>
                  <a:pt x="15094" y="11277"/>
                  <a:pt x="15094" y="21698"/>
                </a:cubicBezTo>
                <a:lnTo>
                  <a:pt x="15094" y="464252"/>
                </a:lnTo>
                <a:cubicBezTo>
                  <a:pt x="15094" y="474673"/>
                  <a:pt x="23542" y="483121"/>
                  <a:pt x="33963" y="483121"/>
                </a:cubicBezTo>
                <a:close/>
                <a:moveTo>
                  <a:pt x="156609" y="1087773"/>
                </a:moveTo>
                <a:cubicBezTo>
                  <a:pt x="146231" y="994373"/>
                  <a:pt x="154722" y="899087"/>
                  <a:pt x="156609" y="804744"/>
                </a:cubicBezTo>
                <a:cubicBezTo>
                  <a:pt x="265103" y="813235"/>
                  <a:pt x="373597" y="815122"/>
                  <a:pt x="482092" y="804744"/>
                </a:cubicBezTo>
                <a:cubicBezTo>
                  <a:pt x="533980" y="696250"/>
                  <a:pt x="592473" y="611341"/>
                  <a:pt x="644361" y="522659"/>
                </a:cubicBezTo>
                <a:cubicBezTo>
                  <a:pt x="696250" y="433977"/>
                  <a:pt x="744365" y="342464"/>
                  <a:pt x="807574" y="238687"/>
                </a:cubicBezTo>
                <a:moveTo>
                  <a:pt x="100003" y="1144378"/>
                </a:moveTo>
                <a:cubicBezTo>
                  <a:pt x="100946" y="1175512"/>
                  <a:pt x="125476" y="1204758"/>
                  <a:pt x="156609" y="1200984"/>
                </a:cubicBezTo>
                <a:cubicBezTo>
                  <a:pt x="187742" y="1197210"/>
                  <a:pt x="211327" y="1175512"/>
                  <a:pt x="213214" y="1144378"/>
                </a:cubicBezTo>
                <a:cubicBezTo>
                  <a:pt x="215101" y="1113245"/>
                  <a:pt x="187742" y="1085886"/>
                  <a:pt x="156609" y="1087773"/>
                </a:cubicBezTo>
                <a:cubicBezTo>
                  <a:pt x="125476" y="1089660"/>
                  <a:pt x="91512" y="1114189"/>
                  <a:pt x="100003" y="1144378"/>
                </a:cubicBezTo>
                <a:moveTo>
                  <a:pt x="33963" y="483035"/>
                </a:moveTo>
                <a:cubicBezTo>
                  <a:pt x="23585" y="483978"/>
                  <a:pt x="15094" y="474544"/>
                  <a:pt x="15094" y="464166"/>
                </a:cubicBezTo>
                <a:cubicBezTo>
                  <a:pt x="16038" y="316992"/>
                  <a:pt x="11321" y="168873"/>
                  <a:pt x="15094" y="21698"/>
                </a:cubicBezTo>
                <a:cubicBezTo>
                  <a:pt x="15094" y="11321"/>
                  <a:pt x="23585" y="943"/>
                  <a:pt x="33963" y="2830"/>
                </a:cubicBezTo>
                <a:cubicBezTo>
                  <a:pt x="59436" y="7547"/>
                  <a:pt x="86795" y="9434"/>
                  <a:pt x="112267" y="2830"/>
                </a:cubicBezTo>
                <a:cubicBezTo>
                  <a:pt x="122645" y="0"/>
                  <a:pt x="129249" y="11321"/>
                  <a:pt x="131136" y="21698"/>
                </a:cubicBezTo>
                <a:cubicBezTo>
                  <a:pt x="148118" y="142457"/>
                  <a:pt x="149061" y="267933"/>
                  <a:pt x="131136" y="388692"/>
                </a:cubicBezTo>
                <a:cubicBezTo>
                  <a:pt x="190572" y="376428"/>
                  <a:pt x="251895" y="394353"/>
                  <a:pt x="312274" y="388692"/>
                </a:cubicBezTo>
                <a:cubicBezTo>
                  <a:pt x="322652" y="387749"/>
                  <a:pt x="334917" y="398126"/>
                  <a:pt x="331143" y="407561"/>
                </a:cubicBezTo>
                <a:cubicBezTo>
                  <a:pt x="323596" y="425486"/>
                  <a:pt x="335860" y="446241"/>
                  <a:pt x="331143" y="464166"/>
                </a:cubicBezTo>
                <a:cubicBezTo>
                  <a:pt x="328313" y="474544"/>
                  <a:pt x="321709" y="486809"/>
                  <a:pt x="312274" y="483035"/>
                </a:cubicBezTo>
                <a:cubicBezTo>
                  <a:pt x="224536" y="453789"/>
                  <a:pt x="125476" y="468883"/>
                  <a:pt x="33963" y="483035"/>
                </a:cubicBezTo>
                <a:moveTo>
                  <a:pt x="807574" y="238687"/>
                </a:moveTo>
                <a:cubicBezTo>
                  <a:pt x="788706" y="278311"/>
                  <a:pt x="765120" y="312274"/>
                  <a:pt x="745308" y="347181"/>
                </a:cubicBezTo>
                <a:cubicBezTo>
                  <a:pt x="724553" y="383975"/>
                  <a:pt x="701910" y="417938"/>
                  <a:pt x="683985" y="452845"/>
                </a:cubicBezTo>
                <a:cubicBezTo>
                  <a:pt x="666060" y="490582"/>
                  <a:pt x="629266" y="519829"/>
                  <a:pt x="622662" y="560396"/>
                </a:cubicBezTo>
                <a:cubicBezTo>
                  <a:pt x="614172" y="606624"/>
                  <a:pt x="568887" y="639644"/>
                  <a:pt x="550018" y="685872"/>
                </a:cubicBezTo>
                <a:cubicBezTo>
                  <a:pt x="533980" y="726440"/>
                  <a:pt x="510394" y="765120"/>
                  <a:pt x="482092" y="804744"/>
                </a:cubicBezTo>
                <a:cubicBezTo>
                  <a:pt x="423599" y="807574"/>
                  <a:pt x="365106" y="802857"/>
                  <a:pt x="306614" y="804744"/>
                </a:cubicBezTo>
                <a:cubicBezTo>
                  <a:pt x="256612" y="806631"/>
                  <a:pt x="206610" y="802857"/>
                  <a:pt x="156609" y="804744"/>
                </a:cubicBezTo>
                <a:cubicBezTo>
                  <a:pt x="143401" y="848142"/>
                  <a:pt x="143401" y="898143"/>
                  <a:pt x="156609" y="941541"/>
                </a:cubicBezTo>
                <a:cubicBezTo>
                  <a:pt x="170760" y="988713"/>
                  <a:pt x="168873" y="1040601"/>
                  <a:pt x="156609" y="1087773"/>
                </a:cubicBezTo>
                <a:moveTo>
                  <a:pt x="100003" y="1144378"/>
                </a:moveTo>
                <a:cubicBezTo>
                  <a:pt x="101890" y="1175512"/>
                  <a:pt x="125476" y="1205701"/>
                  <a:pt x="156609" y="1200984"/>
                </a:cubicBezTo>
                <a:cubicBezTo>
                  <a:pt x="187742" y="1196267"/>
                  <a:pt x="221705" y="1174568"/>
                  <a:pt x="213214" y="1144378"/>
                </a:cubicBezTo>
                <a:cubicBezTo>
                  <a:pt x="204724" y="1114189"/>
                  <a:pt x="187742" y="1089660"/>
                  <a:pt x="156609" y="1087773"/>
                </a:cubicBezTo>
                <a:cubicBezTo>
                  <a:pt x="125476" y="1085886"/>
                  <a:pt x="93399" y="1114189"/>
                  <a:pt x="100003" y="1144378"/>
                </a:cubicBezTo>
                <a:moveTo>
                  <a:pt x="33963" y="483035"/>
                </a:moveTo>
                <a:cubicBezTo>
                  <a:pt x="23585" y="482092"/>
                  <a:pt x="17925" y="474544"/>
                  <a:pt x="15094" y="464166"/>
                </a:cubicBezTo>
                <a:cubicBezTo>
                  <a:pt x="0" y="419825"/>
                  <a:pt x="25472" y="368880"/>
                  <a:pt x="15094" y="322652"/>
                </a:cubicBezTo>
                <a:cubicBezTo>
                  <a:pt x="4717" y="277368"/>
                  <a:pt x="15094" y="230196"/>
                  <a:pt x="15094" y="183968"/>
                </a:cubicBezTo>
                <a:cubicBezTo>
                  <a:pt x="15094" y="129249"/>
                  <a:pt x="26416" y="74530"/>
                  <a:pt x="15094" y="21698"/>
                </a:cubicBezTo>
                <a:cubicBezTo>
                  <a:pt x="13207" y="11321"/>
                  <a:pt x="23585" y="943"/>
                  <a:pt x="33963" y="2830"/>
                </a:cubicBezTo>
                <a:cubicBezTo>
                  <a:pt x="59436" y="6603"/>
                  <a:pt x="85852" y="1886"/>
                  <a:pt x="112267" y="2830"/>
                </a:cubicBezTo>
                <a:cubicBezTo>
                  <a:pt x="122645" y="2830"/>
                  <a:pt x="133966" y="11321"/>
                  <a:pt x="131136" y="21698"/>
                </a:cubicBezTo>
                <a:cubicBezTo>
                  <a:pt x="103777" y="140570"/>
                  <a:pt x="140570" y="266990"/>
                  <a:pt x="131136" y="388692"/>
                </a:cubicBezTo>
                <a:cubicBezTo>
                  <a:pt x="191516" y="387749"/>
                  <a:pt x="251895" y="389636"/>
                  <a:pt x="312274" y="388692"/>
                </a:cubicBezTo>
                <a:cubicBezTo>
                  <a:pt x="322652" y="388692"/>
                  <a:pt x="334917" y="398126"/>
                  <a:pt x="331143" y="407561"/>
                </a:cubicBezTo>
                <a:cubicBezTo>
                  <a:pt x="324539" y="425486"/>
                  <a:pt x="333030" y="445298"/>
                  <a:pt x="331143" y="464166"/>
                </a:cubicBezTo>
                <a:cubicBezTo>
                  <a:pt x="330200" y="474544"/>
                  <a:pt x="321709" y="479261"/>
                  <a:pt x="312274" y="483035"/>
                </a:cubicBezTo>
                <a:cubicBezTo>
                  <a:pt x="272650" y="499073"/>
                  <a:pt x="225479" y="487752"/>
                  <a:pt x="183025" y="483035"/>
                </a:cubicBezTo>
                <a:cubicBezTo>
                  <a:pt x="133966" y="477374"/>
                  <a:pt x="83021" y="488696"/>
                  <a:pt x="33963" y="483035"/>
                </a:cubicBezTo>
              </a:path>
            </a:pathLst>
          </a:custGeom>
          <a:noFill/>
          <a:ln w="28302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92496" y="2019518"/>
            <a:ext cx="1275987" cy="3396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Geospatial search
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4516" y="2019518"/>
            <a:ext cx="909229" cy="3396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Smart order
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0392" y="2019518"/>
            <a:ext cx="1234825" cy="3396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Policy impacts on
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9295" y="1469499"/>
            <a:ext cx="942485" cy="4528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Route
Efficiency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000" y="1469499"/>
            <a:ext cx="1272336" cy="4528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Customer
Expectations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7655" y="1469499"/>
            <a:ext cx="1280232" cy="4528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Government
Regulations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5970" y="932688"/>
            <a:ext cx="5052060" cy="2830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Shantell Sans"/>
              </a:rPr>
              <a:t>Intelligent Logistics Platform Challenges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858" y="5035659"/>
            <a:ext cx="1177163" cy="4528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Market
Competition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6336" y="5035659"/>
            <a:ext cx="1097094" cy="4528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Algorithm
Complexity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132" y="5035659"/>
            <a:ext cx="1264194" cy="22642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Shantell Sans"/>
              </a:rPr>
              <a:t>Data Privacy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5266" y="5359255"/>
            <a:ext cx="1121972" cy="3396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Order matching
algorithms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4859" y="5585678"/>
            <a:ext cx="1117132" cy="3396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Existing market
solutions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0391" y="5585678"/>
            <a:ext cx="1228815" cy="3396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84848"/>
                </a:solidFill>
                <a:latin typeface="Shantell Sans"/>
              </a:rPr>
              <a:t>Technology stack
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