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9045" y="1779348"/>
            <a:ext cx="7165910" cy="3806889"/>
          </a:xfrm>
          <a:custGeom>
            <a:avLst/>
            <a:gdLst/>
            <a:ahLst/>
            <a:cxnLst/>
            <a:rect l="0" t="0" r="0" b="0"/>
            <a:pathLst>
              <a:path w="7165910" h="3806889">
                <a:moveTo>
                  <a:pt x="3584021" y="1903444"/>
                </a:moveTo>
                <a:lnTo>
                  <a:pt x="7165910" y="1903444"/>
                </a:lnTo>
                <a:moveTo>
                  <a:pt x="3584021" y="1903444"/>
                </a:moveTo>
                <a:lnTo>
                  <a:pt x="0" y="1903444"/>
                </a:lnTo>
                <a:moveTo>
                  <a:pt x="3584021" y="0"/>
                </a:moveTo>
                <a:lnTo>
                  <a:pt x="3584021" y="1903444"/>
                </a:lnTo>
                <a:moveTo>
                  <a:pt x="3584021" y="3806889"/>
                </a:moveTo>
                <a:lnTo>
                  <a:pt x="3584021" y="1903444"/>
                </a:lnTo>
                <a:moveTo>
                  <a:pt x="3583888" y="1903444"/>
                </a:moveTo>
                <a:cubicBezTo>
                  <a:pt x="3814354" y="1909043"/>
                  <a:pt x="4046686" y="1922106"/>
                  <a:pt x="4276219" y="1903444"/>
                </a:cubicBezTo>
                <a:cubicBezTo>
                  <a:pt x="4488957" y="1885716"/>
                  <a:pt x="4703561" y="1902511"/>
                  <a:pt x="4916299" y="1903444"/>
                </a:cubicBezTo>
                <a:cubicBezTo>
                  <a:pt x="5172891" y="1905311"/>
                  <a:pt x="5430416" y="1918373"/>
                  <a:pt x="5686075" y="1903444"/>
                </a:cubicBezTo>
                <a:cubicBezTo>
                  <a:pt x="5939867" y="1888515"/>
                  <a:pt x="6194593" y="1903444"/>
                  <a:pt x="6449319" y="1903444"/>
                </a:cubicBezTo>
                <a:cubicBezTo>
                  <a:pt x="6688182" y="1903444"/>
                  <a:pt x="6927979" y="1884783"/>
                  <a:pt x="7165910" y="1903444"/>
                </a:cubicBezTo>
                <a:moveTo>
                  <a:pt x="3583888" y="1903444"/>
                </a:moveTo>
                <a:cubicBezTo>
                  <a:pt x="3454192" y="1899712"/>
                  <a:pt x="3322631" y="1887582"/>
                  <a:pt x="3192935" y="1903444"/>
                </a:cubicBezTo>
                <a:cubicBezTo>
                  <a:pt x="3075369" y="1918373"/>
                  <a:pt x="2955004" y="1896913"/>
                  <a:pt x="2835573" y="1903444"/>
                </a:cubicBezTo>
                <a:cubicBezTo>
                  <a:pt x="2722672" y="1909043"/>
                  <a:pt x="2609772" y="1909043"/>
                  <a:pt x="2496871" y="1903444"/>
                </a:cubicBezTo>
                <a:cubicBezTo>
                  <a:pt x="2389569" y="1897846"/>
                  <a:pt x="2280401" y="1920240"/>
                  <a:pt x="2173099" y="1903444"/>
                </a:cubicBezTo>
                <a:cubicBezTo>
                  <a:pt x="2052734" y="1884783"/>
                  <a:pt x="1929570" y="1891315"/>
                  <a:pt x="1808272" y="1903444"/>
                </a:cubicBezTo>
                <a:cubicBezTo>
                  <a:pt x="1684175" y="1916507"/>
                  <a:pt x="1559145" y="1900645"/>
                  <a:pt x="1435048" y="1903444"/>
                </a:cubicBezTo>
                <a:cubicBezTo>
                  <a:pt x="1309084" y="1906244"/>
                  <a:pt x="1182188" y="1910909"/>
                  <a:pt x="1056225" y="1903444"/>
                </a:cubicBezTo>
                <a:cubicBezTo>
                  <a:pt x="948923" y="1896913"/>
                  <a:pt x="840688" y="1890382"/>
                  <a:pt x="734319" y="1903444"/>
                </a:cubicBezTo>
                <a:cubicBezTo>
                  <a:pt x="620485" y="1917440"/>
                  <a:pt x="504786" y="1893181"/>
                  <a:pt x="390952" y="1903444"/>
                </a:cubicBezTo>
                <a:cubicBezTo>
                  <a:pt x="261257" y="1914641"/>
                  <a:pt x="129695" y="1909976"/>
                  <a:pt x="0" y="1903444"/>
                </a:cubicBezTo>
                <a:moveTo>
                  <a:pt x="3583888" y="1903444"/>
                </a:moveTo>
                <a:cubicBezTo>
                  <a:pt x="3582955" y="1707502"/>
                  <a:pt x="3565226" y="1510626"/>
                  <a:pt x="3583888" y="1315616"/>
                </a:cubicBezTo>
                <a:cubicBezTo>
                  <a:pt x="3603482" y="1109409"/>
                  <a:pt x="3565226" y="900404"/>
                  <a:pt x="3583888" y="694197"/>
                </a:cubicBezTo>
                <a:cubicBezTo>
                  <a:pt x="3604415" y="463731"/>
                  <a:pt x="3580155" y="231399"/>
                  <a:pt x="3583888" y="0"/>
                </a:cubicBezTo>
                <a:moveTo>
                  <a:pt x="3583888" y="3806889"/>
                </a:moveTo>
                <a:cubicBezTo>
                  <a:pt x="3576423" y="3690257"/>
                  <a:pt x="3593218" y="3571758"/>
                  <a:pt x="3583888" y="3455125"/>
                </a:cubicBezTo>
                <a:cubicBezTo>
                  <a:pt x="3575490" y="3338493"/>
                  <a:pt x="3599750" y="3219994"/>
                  <a:pt x="3583888" y="3104294"/>
                </a:cubicBezTo>
                <a:cubicBezTo>
                  <a:pt x="3566160" y="2971800"/>
                  <a:pt x="3582955" y="2837439"/>
                  <a:pt x="3583888" y="2704011"/>
                </a:cubicBezTo>
                <a:cubicBezTo>
                  <a:pt x="3585754" y="2567784"/>
                  <a:pt x="3566160" y="2430624"/>
                  <a:pt x="3583888" y="2295330"/>
                </a:cubicBezTo>
                <a:cubicBezTo>
                  <a:pt x="3600683" y="2165635"/>
                  <a:pt x="3571758" y="2033140"/>
                  <a:pt x="3583888" y="1903444"/>
                </a:cubicBezTo>
                <a:moveTo>
                  <a:pt x="7165910" y="1903444"/>
                </a:moveTo>
                <a:cubicBezTo>
                  <a:pt x="7115524" y="1889448"/>
                  <a:pt x="7061407" y="1897846"/>
                  <a:pt x="7009155" y="1903444"/>
                </a:cubicBezTo>
                <a:cubicBezTo>
                  <a:pt x="6950373" y="1909976"/>
                  <a:pt x="6890657" y="1903444"/>
                  <a:pt x="6830941" y="1903444"/>
                </a:cubicBezTo>
                <a:cubicBezTo>
                  <a:pt x="6772158" y="1903444"/>
                  <a:pt x="6712442" y="1915574"/>
                  <a:pt x="6654592" y="1903444"/>
                </a:cubicBezTo>
                <a:cubicBezTo>
                  <a:pt x="6604207" y="1892248"/>
                  <a:pt x="6549156" y="1885716"/>
                  <a:pt x="6500637" y="1903444"/>
                </a:cubicBezTo>
                <a:cubicBezTo>
                  <a:pt x="6443720" y="1923972"/>
                  <a:pt x="6375607" y="1883850"/>
                  <a:pt x="6318690" y="1903444"/>
                </a:cubicBezTo>
                <a:cubicBezTo>
                  <a:pt x="6264573" y="1922106"/>
                  <a:pt x="6203924" y="1907177"/>
                  <a:pt x="6146074" y="1903444"/>
                </a:cubicBezTo>
                <a:cubicBezTo>
                  <a:pt x="6089157" y="1899712"/>
                  <a:pt x="6030374" y="1892248"/>
                  <a:pt x="5973457" y="1903444"/>
                </a:cubicBezTo>
                <a:cubicBezTo>
                  <a:pt x="5913742" y="1915574"/>
                  <a:pt x="5850293" y="1895047"/>
                  <a:pt x="5789644" y="1903444"/>
                </a:cubicBezTo>
                <a:cubicBezTo>
                  <a:pt x="5735527" y="1910909"/>
                  <a:pt x="5680476" y="1903444"/>
                  <a:pt x="5625426" y="1903444"/>
                </a:cubicBezTo>
                <a:cubicBezTo>
                  <a:pt x="5565710" y="1903444"/>
                  <a:pt x="5503195" y="1890382"/>
                  <a:pt x="5444412" y="1903444"/>
                </a:cubicBezTo>
                <a:cubicBezTo>
                  <a:pt x="5391227" y="1915574"/>
                  <a:pt x="5335244" y="1899712"/>
                  <a:pt x="5281126" y="1903444"/>
                </a:cubicBezTo>
                <a:cubicBezTo>
                  <a:pt x="5228875" y="1907177"/>
                  <a:pt x="5175690" y="1897846"/>
                  <a:pt x="5123439" y="1903444"/>
                </a:cubicBezTo>
                <a:cubicBezTo>
                  <a:pt x="5065589" y="1909043"/>
                  <a:pt x="5006806" y="1901578"/>
                  <a:pt x="4948023" y="1903444"/>
                </a:cubicBezTo>
                <a:cubicBezTo>
                  <a:pt x="4891106" y="1905311"/>
                  <a:pt x="4834190" y="1901578"/>
                  <a:pt x="4777273" y="1903444"/>
                </a:cubicBezTo>
                <a:cubicBezTo>
                  <a:pt x="4725022" y="1905311"/>
                  <a:pt x="4671837" y="1909976"/>
                  <a:pt x="4619586" y="1903444"/>
                </a:cubicBezTo>
                <a:cubicBezTo>
                  <a:pt x="4564535" y="1896913"/>
                  <a:pt x="4505752" y="1885716"/>
                  <a:pt x="4452568" y="1903444"/>
                </a:cubicBezTo>
                <a:cubicBezTo>
                  <a:pt x="4399383" y="1920240"/>
                  <a:pt x="4342466" y="1900645"/>
                  <a:pt x="4287416" y="1903444"/>
                </a:cubicBezTo>
                <a:cubicBezTo>
                  <a:pt x="4234231" y="1906244"/>
                  <a:pt x="4178248" y="1883850"/>
                  <a:pt x="4128795" y="1903444"/>
                </a:cubicBezTo>
                <a:cubicBezTo>
                  <a:pt x="4076544" y="1923972"/>
                  <a:pt x="4014029" y="1886649"/>
                  <a:pt x="3960844" y="1903444"/>
                </a:cubicBezTo>
                <a:cubicBezTo>
                  <a:pt x="3900195" y="1923039"/>
                  <a:pt x="3833015" y="1910909"/>
                  <a:pt x="3769567" y="1903444"/>
                </a:cubicBezTo>
                <a:cubicBezTo>
                  <a:pt x="3707985" y="1895980"/>
                  <a:pt x="3644537" y="1893181"/>
                  <a:pt x="3583888" y="1903444"/>
                </a:cubicBezTo>
                <a:moveTo>
                  <a:pt x="3583888" y="1903444"/>
                </a:moveTo>
                <a:cubicBezTo>
                  <a:pt x="3526971" y="1918373"/>
                  <a:pt x="3466322" y="1907177"/>
                  <a:pt x="3408472" y="1903444"/>
                </a:cubicBezTo>
                <a:cubicBezTo>
                  <a:pt x="3346890" y="1899712"/>
                  <a:pt x="3282509" y="1924905"/>
                  <a:pt x="3224659" y="1903444"/>
                </a:cubicBezTo>
                <a:cubicBezTo>
                  <a:pt x="3164010" y="1880118"/>
                  <a:pt x="3089365" y="1926771"/>
                  <a:pt x="3027783" y="1903444"/>
                </a:cubicBezTo>
                <a:cubicBezTo>
                  <a:pt x="2969000" y="1881051"/>
                  <a:pt x="2900887" y="1915574"/>
                  <a:pt x="2839305" y="1903444"/>
                </a:cubicBezTo>
                <a:cubicBezTo>
                  <a:pt x="2782388" y="1892248"/>
                  <a:pt x="2720806" y="1921173"/>
                  <a:pt x="2665755" y="1903444"/>
                </a:cubicBezTo>
                <a:cubicBezTo>
                  <a:pt x="2606973" y="1884783"/>
                  <a:pt x="2541658" y="1912775"/>
                  <a:pt x="2481009" y="1903444"/>
                </a:cubicBezTo>
                <a:cubicBezTo>
                  <a:pt x="2423160" y="1895047"/>
                  <a:pt x="2363444" y="1911842"/>
                  <a:pt x="2305594" y="1903444"/>
                </a:cubicBezTo>
                <a:cubicBezTo>
                  <a:pt x="2245878" y="1894114"/>
                  <a:pt x="2184296" y="1896913"/>
                  <a:pt x="2124580" y="1903444"/>
                </a:cubicBezTo>
                <a:cubicBezTo>
                  <a:pt x="2062998" y="1909976"/>
                  <a:pt x="1997684" y="1883850"/>
                  <a:pt x="1938901" y="1903444"/>
                </a:cubicBezTo>
                <a:cubicBezTo>
                  <a:pt x="1876386" y="1923972"/>
                  <a:pt x="1806406" y="1890382"/>
                  <a:pt x="1742025" y="1903444"/>
                </a:cubicBezTo>
                <a:cubicBezTo>
                  <a:pt x="1675777" y="1917440"/>
                  <a:pt x="1605798" y="1908110"/>
                  <a:pt x="1536751" y="1903444"/>
                </a:cubicBezTo>
                <a:cubicBezTo>
                  <a:pt x="1474236" y="1898779"/>
                  <a:pt x="1409855" y="1916507"/>
                  <a:pt x="1348273" y="1903444"/>
                </a:cubicBezTo>
                <a:cubicBezTo>
                  <a:pt x="1290423" y="1891315"/>
                  <a:pt x="1229774" y="1905311"/>
                  <a:pt x="1170058" y="1903444"/>
                </a:cubicBezTo>
                <a:cubicBezTo>
                  <a:pt x="1105677" y="1901578"/>
                  <a:pt x="1039430" y="1916507"/>
                  <a:pt x="976915" y="1903444"/>
                </a:cubicBezTo>
                <a:cubicBezTo>
                  <a:pt x="906935" y="1889448"/>
                  <a:pt x="834156" y="1897846"/>
                  <a:pt x="763244" y="1903444"/>
                </a:cubicBezTo>
                <a:cubicBezTo>
                  <a:pt x="703528" y="1908110"/>
                  <a:pt x="642879" y="1895047"/>
                  <a:pt x="583163" y="1903444"/>
                </a:cubicBezTo>
                <a:cubicBezTo>
                  <a:pt x="515982" y="1913708"/>
                  <a:pt x="446003" y="1898779"/>
                  <a:pt x="377889" y="1903444"/>
                </a:cubicBezTo>
                <a:cubicBezTo>
                  <a:pt x="317240" y="1908110"/>
                  <a:pt x="254725" y="1912775"/>
                  <a:pt x="194076" y="1903444"/>
                </a:cubicBezTo>
                <a:cubicBezTo>
                  <a:pt x="130628" y="1894114"/>
                  <a:pt x="64381" y="1906244"/>
                  <a:pt x="0" y="1903444"/>
                </a:cubicBezTo>
                <a:moveTo>
                  <a:pt x="3583888" y="1903444"/>
                </a:moveTo>
                <a:cubicBezTo>
                  <a:pt x="3564293" y="1843728"/>
                  <a:pt x="3585754" y="1778414"/>
                  <a:pt x="3583888" y="1715899"/>
                </a:cubicBezTo>
                <a:cubicBezTo>
                  <a:pt x="3582022" y="1659915"/>
                  <a:pt x="3566160" y="1600200"/>
                  <a:pt x="3583888" y="1546082"/>
                </a:cubicBezTo>
                <a:cubicBezTo>
                  <a:pt x="3601616" y="1492897"/>
                  <a:pt x="3582955" y="1433182"/>
                  <a:pt x="3583888" y="1377198"/>
                </a:cubicBezTo>
                <a:cubicBezTo>
                  <a:pt x="3584821" y="1324013"/>
                  <a:pt x="3575490" y="1269896"/>
                  <a:pt x="3583888" y="1217644"/>
                </a:cubicBezTo>
                <a:cubicBezTo>
                  <a:pt x="3593218" y="1156995"/>
                  <a:pt x="3562427" y="1091681"/>
                  <a:pt x="3583888" y="1034764"/>
                </a:cubicBezTo>
                <a:cubicBezTo>
                  <a:pt x="3605348" y="978781"/>
                  <a:pt x="3583888" y="915333"/>
                  <a:pt x="3583888" y="856550"/>
                </a:cubicBezTo>
                <a:cubicBezTo>
                  <a:pt x="3583888" y="804298"/>
                  <a:pt x="3591352" y="751114"/>
                  <a:pt x="3583888" y="699795"/>
                </a:cubicBezTo>
                <a:cubicBezTo>
                  <a:pt x="3575490" y="637280"/>
                  <a:pt x="3588553" y="572899"/>
                  <a:pt x="3583888" y="510384"/>
                </a:cubicBezTo>
                <a:cubicBezTo>
                  <a:pt x="3579222" y="452534"/>
                  <a:pt x="3575490" y="393751"/>
                  <a:pt x="3583888" y="336835"/>
                </a:cubicBezTo>
                <a:cubicBezTo>
                  <a:pt x="3593218" y="277119"/>
                  <a:pt x="3602549" y="211804"/>
                  <a:pt x="3583888" y="153955"/>
                </a:cubicBezTo>
                <a:cubicBezTo>
                  <a:pt x="3568959" y="104502"/>
                  <a:pt x="3595084" y="50385"/>
                  <a:pt x="3583888" y="0"/>
                </a:cubicBezTo>
                <a:moveTo>
                  <a:pt x="3583888" y="1903444"/>
                </a:moveTo>
                <a:cubicBezTo>
                  <a:pt x="3571758" y="1993018"/>
                  <a:pt x="3568026" y="2086324"/>
                  <a:pt x="3583888" y="2174965"/>
                </a:cubicBezTo>
                <a:cubicBezTo>
                  <a:pt x="3601616" y="2272004"/>
                  <a:pt x="3569892" y="2373707"/>
                  <a:pt x="3583888" y="2471679"/>
                </a:cubicBezTo>
                <a:cubicBezTo>
                  <a:pt x="3597884" y="2564985"/>
                  <a:pt x="3580155" y="2660157"/>
                  <a:pt x="3583888" y="2754396"/>
                </a:cubicBezTo>
                <a:cubicBezTo>
                  <a:pt x="3587620" y="2845836"/>
                  <a:pt x="3590419" y="2938209"/>
                  <a:pt x="3583888" y="3029649"/>
                </a:cubicBezTo>
                <a:cubicBezTo>
                  <a:pt x="3578289" y="3113625"/>
                  <a:pt x="3575490" y="3198533"/>
                  <a:pt x="3583888" y="3282509"/>
                </a:cubicBezTo>
                <a:cubicBezTo>
                  <a:pt x="3594151" y="3377681"/>
                  <a:pt x="3557762" y="3477519"/>
                  <a:pt x="3583888" y="3569892"/>
                </a:cubicBezTo>
                <a:cubicBezTo>
                  <a:pt x="3606281" y="3645470"/>
                  <a:pt x="3612813" y="3733177"/>
                  <a:pt x="3583888" y="3806889"/>
                </a:cubicBezTo>
              </a:path>
            </a:pathLst>
          </a:custGeom>
          <a:noFill/>
          <a:ln w="27991">
            <a:solidFill>
              <a:srgbClr val="484848">
                <a:alpha val="6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4907902" y="1779348"/>
            <a:ext cx="1567543" cy="1567542"/>
            <a:chOff x="4366726" y="1343608"/>
            <a:chExt cx="1567543" cy="1567542"/>
          </a:xfrm>
        </p:grpSpPr>
        <p:sp>
          <p:nvSpPr>
            <p:cNvPr id="3" name="Rounded Rectangle 2"/>
            <p:cNvSpPr/>
            <p:nvPr/>
          </p:nvSpPr>
          <p:spPr>
            <a:xfrm>
              <a:off x="4590661" y="2463281"/>
              <a:ext cx="1343608" cy="223934"/>
            </a:xfrm>
            <a:custGeom>
              <a:avLst/>
              <a:gdLst/>
              <a:ahLst/>
              <a:cxnLst/>
              <a:rect l="0" t="0" r="0" b="0"/>
              <a:pathLst>
                <a:path w="1343608" h="223934">
                  <a:moveTo>
                    <a:pt x="223934" y="0"/>
                  </a:moveTo>
                  <a:lnTo>
                    <a:pt x="0" y="223934"/>
                  </a:lnTo>
                  <a:lnTo>
                    <a:pt x="335902" y="223934"/>
                  </a:lnTo>
                  <a:lnTo>
                    <a:pt x="1343608" y="0"/>
                  </a:lnTo>
                  <a:lnTo>
                    <a:pt x="22393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90661" y="1343608"/>
              <a:ext cx="223934" cy="1343608"/>
            </a:xfrm>
            <a:custGeom>
              <a:avLst/>
              <a:gdLst/>
              <a:ahLst/>
              <a:cxnLst/>
              <a:rect l="0" t="0" r="0" b="0"/>
              <a:pathLst>
                <a:path w="223934" h="1343608">
                  <a:moveTo>
                    <a:pt x="223934" y="1119673"/>
                  </a:moveTo>
                  <a:lnTo>
                    <a:pt x="223934" y="0"/>
                  </a:lnTo>
                  <a:lnTo>
                    <a:pt x="0" y="1007706"/>
                  </a:lnTo>
                  <a:lnTo>
                    <a:pt x="0" y="1343608"/>
                  </a:lnTo>
                  <a:lnTo>
                    <a:pt x="223934" y="111967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366726" y="1679510"/>
              <a:ext cx="1231640" cy="1231640"/>
            </a:xfrm>
            <a:custGeom>
              <a:avLst/>
              <a:gdLst/>
              <a:ahLst/>
              <a:cxnLst/>
              <a:rect l="0" t="0" r="0" b="0"/>
              <a:pathLst>
                <a:path w="1231640" h="1231640">
                  <a:moveTo>
                    <a:pt x="223934" y="1007706"/>
                  </a:moveTo>
                  <a:lnTo>
                    <a:pt x="223934" y="671804"/>
                  </a:lnTo>
                  <a:lnTo>
                    <a:pt x="373224" y="0"/>
                  </a:lnTo>
                  <a:lnTo>
                    <a:pt x="0" y="0"/>
                  </a:lnTo>
                  <a:lnTo>
                    <a:pt x="0" y="1231640"/>
                  </a:lnTo>
                  <a:lnTo>
                    <a:pt x="1231640" y="1231640"/>
                  </a:lnTo>
                  <a:lnTo>
                    <a:pt x="1231640" y="858416"/>
                  </a:lnTo>
                  <a:lnTo>
                    <a:pt x="557681" y="1007706"/>
                  </a:lnTo>
                  <a:lnTo>
                    <a:pt x="223934" y="100770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814595" y="1343608"/>
              <a:ext cx="1119673" cy="1119673"/>
            </a:xfrm>
            <a:custGeom>
              <a:avLst/>
              <a:gdLst/>
              <a:ahLst/>
              <a:cxnLst/>
              <a:rect l="0" t="0" r="0" b="0"/>
              <a:pathLst>
                <a:path w="1119673" h="1119673">
                  <a:moveTo>
                    <a:pt x="1119673" y="0"/>
                  </a:moveTo>
                  <a:lnTo>
                    <a:pt x="0" y="0"/>
                  </a:lnTo>
                  <a:lnTo>
                    <a:pt x="0" y="1119673"/>
                  </a:lnTo>
                  <a:lnTo>
                    <a:pt x="1119673" y="1119673"/>
                  </a:lnTo>
                  <a:lnTo>
                    <a:pt x="1119673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91107" y="1762553"/>
            <a:ext cx="1610463" cy="1604865"/>
            <a:chOff x="4349931" y="1326813"/>
            <a:chExt cx="1610463" cy="1604865"/>
          </a:xfrm>
        </p:grpSpPr>
        <p:sp>
          <p:nvSpPr>
            <p:cNvPr id="8" name="Rounded Rectangle 7"/>
            <p:cNvSpPr/>
            <p:nvPr/>
          </p:nvSpPr>
          <p:spPr>
            <a:xfrm>
              <a:off x="4590661" y="2443687"/>
              <a:ext cx="1343608" cy="271520"/>
            </a:xfrm>
            <a:custGeom>
              <a:avLst/>
              <a:gdLst/>
              <a:ahLst/>
              <a:cxnLst/>
              <a:rect l="0" t="0" r="0" b="0"/>
              <a:pathLst>
                <a:path w="1343608" h="271520">
                  <a:moveTo>
                    <a:pt x="223934" y="19594"/>
                  </a:moveTo>
                  <a:lnTo>
                    <a:pt x="1343608" y="19594"/>
                  </a:lnTo>
                  <a:lnTo>
                    <a:pt x="335902" y="243528"/>
                  </a:lnTo>
                  <a:lnTo>
                    <a:pt x="0" y="243528"/>
                  </a:lnTo>
                  <a:close/>
                  <a:moveTo>
                    <a:pt x="223934" y="19594"/>
                  </a:moveTo>
                  <a:cubicBezTo>
                    <a:pt x="420810" y="24259"/>
                    <a:pt x="619552" y="38255"/>
                    <a:pt x="815495" y="19594"/>
                  </a:cubicBezTo>
                  <a:cubicBezTo>
                    <a:pt x="990911" y="2799"/>
                    <a:pt x="1168192" y="11196"/>
                    <a:pt x="1343608" y="19594"/>
                  </a:cubicBezTo>
                  <a:cubicBezTo>
                    <a:pt x="1159795" y="59715"/>
                    <a:pt x="975982" y="103569"/>
                    <a:pt x="791235" y="142758"/>
                  </a:cubicBezTo>
                  <a:cubicBezTo>
                    <a:pt x="639146" y="174482"/>
                    <a:pt x="487991" y="209005"/>
                    <a:pt x="335902" y="243528"/>
                  </a:cubicBezTo>
                  <a:cubicBezTo>
                    <a:pt x="223934" y="253792"/>
                    <a:pt x="111967" y="250060"/>
                    <a:pt x="0" y="243528"/>
                  </a:cubicBezTo>
                  <a:cubicBezTo>
                    <a:pt x="65314" y="160486"/>
                    <a:pt x="162352" y="105435"/>
                    <a:pt x="223934" y="19594"/>
                  </a:cubicBezTo>
                  <a:moveTo>
                    <a:pt x="223934" y="19594"/>
                  </a:moveTo>
                  <a:cubicBezTo>
                    <a:pt x="197808" y="66247"/>
                    <a:pt x="150222" y="97038"/>
                    <a:pt x="111034" y="132494"/>
                  </a:cubicBezTo>
                  <a:cubicBezTo>
                    <a:pt x="72778" y="167951"/>
                    <a:pt x="37322" y="207139"/>
                    <a:pt x="0" y="243528"/>
                  </a:cubicBezTo>
                  <a:cubicBezTo>
                    <a:pt x="108235" y="271520"/>
                    <a:pt x="224867" y="257524"/>
                    <a:pt x="335902" y="243528"/>
                  </a:cubicBezTo>
                  <a:cubicBezTo>
                    <a:pt x="388153" y="240729"/>
                    <a:pt x="436672" y="201541"/>
                    <a:pt x="487991" y="209938"/>
                  </a:cubicBezTo>
                  <a:cubicBezTo>
                    <a:pt x="546773" y="219269"/>
                    <a:pt x="608355" y="196875"/>
                    <a:pt x="661540" y="170750"/>
                  </a:cubicBezTo>
                  <a:cubicBezTo>
                    <a:pt x="711925" y="147423"/>
                    <a:pt x="771641" y="148356"/>
                    <a:pt x="825759" y="134360"/>
                  </a:cubicBezTo>
                  <a:cubicBezTo>
                    <a:pt x="880809" y="121297"/>
                    <a:pt x="941458" y="123164"/>
                    <a:pt x="993710" y="97038"/>
                  </a:cubicBezTo>
                  <a:cubicBezTo>
                    <a:pt x="1048760" y="69979"/>
                    <a:pt x="1114075" y="71845"/>
                    <a:pt x="1173791" y="56916"/>
                  </a:cubicBezTo>
                  <a:cubicBezTo>
                    <a:pt x="1229774" y="43853"/>
                    <a:pt x="1292289" y="47586"/>
                    <a:pt x="1343608" y="19594"/>
                  </a:cubicBezTo>
                  <a:cubicBezTo>
                    <a:pt x="1263364" y="33590"/>
                    <a:pt x="1180322" y="14928"/>
                    <a:pt x="1098213" y="19594"/>
                  </a:cubicBezTo>
                  <a:cubicBezTo>
                    <a:pt x="1023568" y="23326"/>
                    <a:pt x="945191" y="40121"/>
                    <a:pt x="873345" y="19594"/>
                  </a:cubicBezTo>
                  <a:cubicBezTo>
                    <a:pt x="805231" y="0"/>
                    <a:pt x="729653" y="1866"/>
                    <a:pt x="660607" y="19594"/>
                  </a:cubicBezTo>
                  <a:cubicBezTo>
                    <a:pt x="586895" y="38255"/>
                    <a:pt x="505719" y="1866"/>
                    <a:pt x="432007" y="19594"/>
                  </a:cubicBezTo>
                  <a:cubicBezTo>
                    <a:pt x="364826" y="35456"/>
                    <a:pt x="292981" y="16795"/>
                    <a:pt x="223934" y="19594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75732" y="1343608"/>
              <a:ext cx="255658" cy="1343608"/>
            </a:xfrm>
            <a:custGeom>
              <a:avLst/>
              <a:gdLst/>
              <a:ahLst/>
              <a:cxnLst/>
              <a:rect l="0" t="0" r="0" b="0"/>
              <a:pathLst>
                <a:path w="255658" h="1343608">
                  <a:moveTo>
                    <a:pt x="238863" y="1119673"/>
                  </a:moveTo>
                  <a:lnTo>
                    <a:pt x="14928" y="1343608"/>
                  </a:lnTo>
                  <a:lnTo>
                    <a:pt x="14928" y="1007706"/>
                  </a:lnTo>
                  <a:lnTo>
                    <a:pt x="238863" y="0"/>
                  </a:lnTo>
                  <a:close/>
                  <a:moveTo>
                    <a:pt x="238863" y="1119673"/>
                  </a:moveTo>
                  <a:cubicBezTo>
                    <a:pt x="160486" y="1190586"/>
                    <a:pt x="92373" y="1272695"/>
                    <a:pt x="14928" y="1343608"/>
                  </a:cubicBezTo>
                  <a:cubicBezTo>
                    <a:pt x="15862" y="1231640"/>
                    <a:pt x="27058" y="1118740"/>
                    <a:pt x="14928" y="1007706"/>
                  </a:cubicBezTo>
                  <a:cubicBezTo>
                    <a:pt x="55050" y="823893"/>
                    <a:pt x="88640" y="637280"/>
                    <a:pt x="138093" y="455333"/>
                  </a:cubicBezTo>
                  <a:cubicBezTo>
                    <a:pt x="178214" y="305111"/>
                    <a:pt x="203407" y="151155"/>
                    <a:pt x="238863" y="0"/>
                  </a:cubicBezTo>
                  <a:cubicBezTo>
                    <a:pt x="249127" y="203407"/>
                    <a:pt x="218336" y="407747"/>
                    <a:pt x="238863" y="610222"/>
                  </a:cubicBezTo>
                  <a:cubicBezTo>
                    <a:pt x="255658" y="779106"/>
                    <a:pt x="221135" y="950789"/>
                    <a:pt x="238863" y="1119673"/>
                  </a:cubicBezTo>
                  <a:moveTo>
                    <a:pt x="238863" y="1119673"/>
                  </a:moveTo>
                  <a:cubicBezTo>
                    <a:pt x="226733" y="1074886"/>
                    <a:pt x="236997" y="1025434"/>
                    <a:pt x="238863" y="978781"/>
                  </a:cubicBezTo>
                  <a:cubicBezTo>
                    <a:pt x="241662" y="930262"/>
                    <a:pt x="238863" y="881742"/>
                    <a:pt x="238863" y="833223"/>
                  </a:cubicBezTo>
                  <a:cubicBezTo>
                    <a:pt x="238863" y="789369"/>
                    <a:pt x="244462" y="745515"/>
                    <a:pt x="238863" y="701662"/>
                  </a:cubicBezTo>
                  <a:cubicBezTo>
                    <a:pt x="233265" y="659674"/>
                    <a:pt x="227666" y="615820"/>
                    <a:pt x="238863" y="574765"/>
                  </a:cubicBezTo>
                  <a:cubicBezTo>
                    <a:pt x="250993" y="527179"/>
                    <a:pt x="220202" y="473995"/>
                    <a:pt x="238863" y="429208"/>
                  </a:cubicBezTo>
                  <a:cubicBezTo>
                    <a:pt x="255658" y="386287"/>
                    <a:pt x="231399" y="336835"/>
                    <a:pt x="238863" y="291115"/>
                  </a:cubicBezTo>
                  <a:cubicBezTo>
                    <a:pt x="246328" y="244462"/>
                    <a:pt x="249127" y="195942"/>
                    <a:pt x="238863" y="150222"/>
                  </a:cubicBezTo>
                  <a:cubicBezTo>
                    <a:pt x="227666" y="100770"/>
                    <a:pt x="239796" y="49452"/>
                    <a:pt x="238863" y="0"/>
                  </a:cubicBezTo>
                  <a:cubicBezTo>
                    <a:pt x="220202" y="87707"/>
                    <a:pt x="178214" y="172616"/>
                    <a:pt x="180080" y="262190"/>
                  </a:cubicBezTo>
                  <a:cubicBezTo>
                    <a:pt x="182880" y="355496"/>
                    <a:pt x="114766" y="442271"/>
                    <a:pt x="120364" y="534644"/>
                  </a:cubicBezTo>
                  <a:cubicBezTo>
                    <a:pt x="125030" y="617686"/>
                    <a:pt x="79310" y="696063"/>
                    <a:pt x="66247" y="778173"/>
                  </a:cubicBezTo>
                  <a:cubicBezTo>
                    <a:pt x="53184" y="855617"/>
                    <a:pt x="18661" y="929328"/>
                    <a:pt x="14928" y="1007706"/>
                  </a:cubicBezTo>
                  <a:cubicBezTo>
                    <a:pt x="28924" y="1064622"/>
                    <a:pt x="30791" y="1127137"/>
                    <a:pt x="14928" y="1183121"/>
                  </a:cubicBezTo>
                  <a:cubicBezTo>
                    <a:pt x="0" y="1234440"/>
                    <a:pt x="2799" y="1291356"/>
                    <a:pt x="14928" y="1343608"/>
                  </a:cubicBezTo>
                  <a:cubicBezTo>
                    <a:pt x="105435" y="1289490"/>
                    <a:pt x="167951" y="1198050"/>
                    <a:pt x="238863" y="1119673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349931" y="1664581"/>
              <a:ext cx="1277360" cy="1267097"/>
            </a:xfrm>
            <a:custGeom>
              <a:avLst/>
              <a:gdLst/>
              <a:ahLst/>
              <a:cxnLst/>
              <a:rect l="0" t="0" r="0" b="0"/>
              <a:pathLst>
                <a:path w="1277360" h="1267097">
                  <a:moveTo>
                    <a:pt x="240729" y="1022635"/>
                  </a:moveTo>
                  <a:lnTo>
                    <a:pt x="574476" y="1022635"/>
                  </a:lnTo>
                  <a:lnTo>
                    <a:pt x="1248435" y="873345"/>
                  </a:lnTo>
                  <a:lnTo>
                    <a:pt x="1248435" y="1246569"/>
                  </a:lnTo>
                  <a:lnTo>
                    <a:pt x="16795" y="1246569"/>
                  </a:lnTo>
                  <a:lnTo>
                    <a:pt x="16795" y="14928"/>
                  </a:lnTo>
                  <a:lnTo>
                    <a:pt x="390019" y="14928"/>
                  </a:lnTo>
                  <a:lnTo>
                    <a:pt x="240729" y="686733"/>
                  </a:lnTo>
                  <a:close/>
                  <a:moveTo>
                    <a:pt x="240729" y="1022635"/>
                  </a:moveTo>
                  <a:cubicBezTo>
                    <a:pt x="350831" y="1004906"/>
                    <a:pt x="463731" y="1013304"/>
                    <a:pt x="574765" y="1022635"/>
                  </a:cubicBezTo>
                  <a:cubicBezTo>
                    <a:pt x="800566" y="980647"/>
                    <a:pt x="1024501" y="924663"/>
                    <a:pt x="1248435" y="873345"/>
                  </a:cubicBezTo>
                  <a:cubicBezTo>
                    <a:pt x="1255900" y="997442"/>
                    <a:pt x="1233506" y="1123405"/>
                    <a:pt x="1248435" y="1246569"/>
                  </a:cubicBezTo>
                  <a:cubicBezTo>
                    <a:pt x="1050626" y="1237239"/>
                    <a:pt x="852817" y="1251235"/>
                    <a:pt x="655942" y="1246569"/>
                  </a:cubicBezTo>
                  <a:cubicBezTo>
                    <a:pt x="442271" y="1241904"/>
                    <a:pt x="229533" y="1244703"/>
                    <a:pt x="16795" y="1246569"/>
                  </a:cubicBezTo>
                  <a:cubicBezTo>
                    <a:pt x="21460" y="1030099"/>
                    <a:pt x="35456" y="811763"/>
                    <a:pt x="16795" y="595293"/>
                  </a:cubicBezTo>
                  <a:cubicBezTo>
                    <a:pt x="0" y="403082"/>
                    <a:pt x="8397" y="208072"/>
                    <a:pt x="16795" y="14928"/>
                  </a:cubicBezTo>
                  <a:cubicBezTo>
                    <a:pt x="140892" y="13995"/>
                    <a:pt x="265922" y="13995"/>
                    <a:pt x="390019" y="14928"/>
                  </a:cubicBezTo>
                  <a:cubicBezTo>
                    <a:pt x="362960" y="128762"/>
                    <a:pt x="328437" y="240729"/>
                    <a:pt x="314441" y="356429"/>
                  </a:cubicBezTo>
                  <a:cubicBezTo>
                    <a:pt x="300445" y="468396"/>
                    <a:pt x="271520" y="578497"/>
                    <a:pt x="240729" y="686733"/>
                  </a:cubicBezTo>
                  <a:cubicBezTo>
                    <a:pt x="253792" y="797767"/>
                    <a:pt x="223001" y="911600"/>
                    <a:pt x="240729" y="1022635"/>
                  </a:cubicBezTo>
                  <a:moveTo>
                    <a:pt x="240729" y="1022635"/>
                  </a:moveTo>
                  <a:cubicBezTo>
                    <a:pt x="225800" y="968517"/>
                    <a:pt x="237930" y="909734"/>
                    <a:pt x="240729" y="853751"/>
                  </a:cubicBezTo>
                  <a:cubicBezTo>
                    <a:pt x="243528" y="797767"/>
                    <a:pt x="239796" y="742716"/>
                    <a:pt x="240729" y="686733"/>
                  </a:cubicBezTo>
                  <a:cubicBezTo>
                    <a:pt x="274320" y="622351"/>
                    <a:pt x="280851" y="545840"/>
                    <a:pt x="288315" y="473995"/>
                  </a:cubicBezTo>
                  <a:cubicBezTo>
                    <a:pt x="294847" y="403082"/>
                    <a:pt x="293914" y="324705"/>
                    <a:pt x="334035" y="265922"/>
                  </a:cubicBezTo>
                  <a:cubicBezTo>
                    <a:pt x="382555" y="195009"/>
                    <a:pt x="358295" y="94239"/>
                    <a:pt x="390019" y="14928"/>
                  </a:cubicBezTo>
                  <a:cubicBezTo>
                    <a:pt x="330303" y="16795"/>
                    <a:pt x="268721" y="1866"/>
                    <a:pt x="209938" y="14928"/>
                  </a:cubicBezTo>
                  <a:cubicBezTo>
                    <a:pt x="147423" y="29857"/>
                    <a:pt x="79310" y="0"/>
                    <a:pt x="16795" y="14928"/>
                  </a:cubicBezTo>
                  <a:cubicBezTo>
                    <a:pt x="33590" y="72778"/>
                    <a:pt x="15862" y="136226"/>
                    <a:pt x="16795" y="195942"/>
                  </a:cubicBezTo>
                  <a:cubicBezTo>
                    <a:pt x="17728" y="256591"/>
                    <a:pt x="13062" y="318173"/>
                    <a:pt x="16795" y="378822"/>
                  </a:cubicBezTo>
                  <a:cubicBezTo>
                    <a:pt x="20527" y="442271"/>
                    <a:pt x="5598" y="506652"/>
                    <a:pt x="16795" y="569167"/>
                  </a:cubicBezTo>
                  <a:cubicBezTo>
                    <a:pt x="27058" y="626084"/>
                    <a:pt x="32657" y="687666"/>
                    <a:pt x="16795" y="743649"/>
                  </a:cubicBezTo>
                  <a:cubicBezTo>
                    <a:pt x="1866" y="795901"/>
                    <a:pt x="3732" y="854684"/>
                    <a:pt x="16795" y="907868"/>
                  </a:cubicBezTo>
                  <a:cubicBezTo>
                    <a:pt x="30791" y="965718"/>
                    <a:pt x="3732" y="1028233"/>
                    <a:pt x="16795" y="1085150"/>
                  </a:cubicBezTo>
                  <a:cubicBezTo>
                    <a:pt x="28924" y="1137401"/>
                    <a:pt x="13995" y="1192452"/>
                    <a:pt x="16795" y="1246569"/>
                  </a:cubicBezTo>
                  <a:cubicBezTo>
                    <a:pt x="78377" y="1253101"/>
                    <a:pt x="141825" y="1231640"/>
                    <a:pt x="201541" y="1246569"/>
                  </a:cubicBezTo>
                  <a:cubicBezTo>
                    <a:pt x="263123" y="1261498"/>
                    <a:pt x="329370" y="1253101"/>
                    <a:pt x="392818" y="1246569"/>
                  </a:cubicBezTo>
                  <a:cubicBezTo>
                    <a:pt x="460932" y="1240038"/>
                    <a:pt x="530911" y="1235373"/>
                    <a:pt x="599025" y="1246569"/>
                  </a:cubicBezTo>
                  <a:cubicBezTo>
                    <a:pt x="671804" y="1258699"/>
                    <a:pt x="746448" y="1243770"/>
                    <a:pt x="820160" y="1246569"/>
                  </a:cubicBezTo>
                  <a:cubicBezTo>
                    <a:pt x="886408" y="1249368"/>
                    <a:pt x="955454" y="1267097"/>
                    <a:pt x="1017969" y="1246569"/>
                  </a:cubicBezTo>
                  <a:cubicBezTo>
                    <a:pt x="1090748" y="1222310"/>
                    <a:pt x="1171924" y="1255900"/>
                    <a:pt x="1248435" y="1246569"/>
                  </a:cubicBezTo>
                  <a:cubicBezTo>
                    <a:pt x="1208314" y="1129004"/>
                    <a:pt x="1277360" y="994643"/>
                    <a:pt x="1248435" y="873345"/>
                  </a:cubicBezTo>
                  <a:cubicBezTo>
                    <a:pt x="1168192" y="870546"/>
                    <a:pt x="1089815" y="900404"/>
                    <a:pt x="1014237" y="925596"/>
                  </a:cubicBezTo>
                  <a:cubicBezTo>
                    <a:pt x="947990" y="947057"/>
                    <a:pt x="866813" y="930262"/>
                    <a:pt x="809897" y="970383"/>
                  </a:cubicBezTo>
                  <a:cubicBezTo>
                    <a:pt x="743649" y="1016103"/>
                    <a:pt x="652209" y="1000241"/>
                    <a:pt x="574765" y="1022635"/>
                  </a:cubicBezTo>
                  <a:cubicBezTo>
                    <a:pt x="525313" y="1012371"/>
                    <a:pt x="473062" y="1027300"/>
                    <a:pt x="423609" y="1022635"/>
                  </a:cubicBezTo>
                  <a:cubicBezTo>
                    <a:pt x="362960" y="1017036"/>
                    <a:pt x="299512" y="1007706"/>
                    <a:pt x="240729" y="1022635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792202" y="1326813"/>
              <a:ext cx="1168192" cy="1155129"/>
            </a:xfrm>
            <a:custGeom>
              <a:avLst/>
              <a:gdLst/>
              <a:ahLst/>
              <a:cxnLst/>
              <a:rect l="0" t="0" r="0" b="0"/>
              <a:pathLst>
                <a:path w="1168192" h="1155129">
                  <a:moveTo>
                    <a:pt x="1142066" y="16795"/>
                  </a:moveTo>
                  <a:lnTo>
                    <a:pt x="1142066" y="1136468"/>
                  </a:lnTo>
                  <a:lnTo>
                    <a:pt x="22393" y="1136468"/>
                  </a:lnTo>
                  <a:lnTo>
                    <a:pt x="22393" y="16795"/>
                  </a:lnTo>
                  <a:close/>
                  <a:moveTo>
                    <a:pt x="1142066" y="16795"/>
                  </a:moveTo>
                  <a:cubicBezTo>
                    <a:pt x="1144866" y="196875"/>
                    <a:pt x="1146732" y="376023"/>
                    <a:pt x="1142066" y="556104"/>
                  </a:cubicBezTo>
                  <a:cubicBezTo>
                    <a:pt x="1137401" y="749248"/>
                    <a:pt x="1146732" y="943324"/>
                    <a:pt x="1142066" y="1136468"/>
                  </a:cubicBezTo>
                  <a:cubicBezTo>
                    <a:pt x="945191" y="1128071"/>
                    <a:pt x="747382" y="1137401"/>
                    <a:pt x="550506" y="1136468"/>
                  </a:cubicBezTo>
                  <a:cubicBezTo>
                    <a:pt x="374157" y="1135535"/>
                    <a:pt x="197808" y="1119673"/>
                    <a:pt x="22393" y="1136468"/>
                  </a:cubicBezTo>
                  <a:cubicBezTo>
                    <a:pt x="21460" y="932128"/>
                    <a:pt x="13995" y="726854"/>
                    <a:pt x="22393" y="522514"/>
                  </a:cubicBezTo>
                  <a:cubicBezTo>
                    <a:pt x="28924" y="354563"/>
                    <a:pt x="20527" y="185679"/>
                    <a:pt x="22393" y="16795"/>
                  </a:cubicBezTo>
                  <a:cubicBezTo>
                    <a:pt x="225800" y="6531"/>
                    <a:pt x="430141" y="37322"/>
                    <a:pt x="632615" y="16795"/>
                  </a:cubicBezTo>
                  <a:cubicBezTo>
                    <a:pt x="801499" y="0"/>
                    <a:pt x="973182" y="34523"/>
                    <a:pt x="1142066" y="16795"/>
                  </a:cubicBezTo>
                  <a:moveTo>
                    <a:pt x="1142066" y="16795"/>
                  </a:moveTo>
                  <a:cubicBezTo>
                    <a:pt x="1096346" y="29857"/>
                    <a:pt x="1047827" y="19594"/>
                    <a:pt x="1001174" y="16795"/>
                  </a:cubicBezTo>
                  <a:cubicBezTo>
                    <a:pt x="952655" y="13995"/>
                    <a:pt x="904136" y="17728"/>
                    <a:pt x="855617" y="16795"/>
                  </a:cubicBezTo>
                  <a:cubicBezTo>
                    <a:pt x="811763" y="16795"/>
                    <a:pt x="767909" y="11196"/>
                    <a:pt x="724055" y="16795"/>
                  </a:cubicBezTo>
                  <a:cubicBezTo>
                    <a:pt x="682067" y="22393"/>
                    <a:pt x="638213" y="27058"/>
                    <a:pt x="597159" y="16795"/>
                  </a:cubicBezTo>
                  <a:cubicBezTo>
                    <a:pt x="549573" y="4665"/>
                    <a:pt x="496388" y="35456"/>
                    <a:pt x="451601" y="16795"/>
                  </a:cubicBezTo>
                  <a:cubicBezTo>
                    <a:pt x="408680" y="0"/>
                    <a:pt x="359228" y="24259"/>
                    <a:pt x="313508" y="16795"/>
                  </a:cubicBezTo>
                  <a:cubicBezTo>
                    <a:pt x="266855" y="9330"/>
                    <a:pt x="218336" y="6531"/>
                    <a:pt x="172616" y="16795"/>
                  </a:cubicBezTo>
                  <a:cubicBezTo>
                    <a:pt x="123164" y="27991"/>
                    <a:pt x="71845" y="15862"/>
                    <a:pt x="22393" y="16795"/>
                  </a:cubicBezTo>
                  <a:cubicBezTo>
                    <a:pt x="23326" y="94239"/>
                    <a:pt x="3732" y="174482"/>
                    <a:pt x="22393" y="250060"/>
                  </a:cubicBezTo>
                  <a:cubicBezTo>
                    <a:pt x="41987" y="328437"/>
                    <a:pt x="0" y="415212"/>
                    <a:pt x="22393" y="492656"/>
                  </a:cubicBezTo>
                  <a:cubicBezTo>
                    <a:pt x="42920" y="563568"/>
                    <a:pt x="18661" y="640080"/>
                    <a:pt x="22393" y="713791"/>
                  </a:cubicBezTo>
                  <a:cubicBezTo>
                    <a:pt x="26125" y="782838"/>
                    <a:pt x="10263" y="853751"/>
                    <a:pt x="22393" y="921864"/>
                  </a:cubicBezTo>
                  <a:cubicBezTo>
                    <a:pt x="34523" y="991844"/>
                    <a:pt x="41987" y="1067422"/>
                    <a:pt x="22393" y="1136468"/>
                  </a:cubicBezTo>
                  <a:cubicBezTo>
                    <a:pt x="96105" y="1119673"/>
                    <a:pt x="176348" y="1155129"/>
                    <a:pt x="250060" y="1136468"/>
                  </a:cubicBezTo>
                  <a:cubicBezTo>
                    <a:pt x="314441" y="1119673"/>
                    <a:pt x="383488" y="1139267"/>
                    <a:pt x="450668" y="1136468"/>
                  </a:cubicBezTo>
                  <a:cubicBezTo>
                    <a:pt x="520648" y="1133669"/>
                    <a:pt x="592493" y="1119673"/>
                    <a:pt x="660607" y="1136468"/>
                  </a:cubicBezTo>
                  <a:cubicBezTo>
                    <a:pt x="736185" y="1155129"/>
                    <a:pt x="816428" y="1128071"/>
                    <a:pt x="892939" y="1136468"/>
                  </a:cubicBezTo>
                  <a:cubicBezTo>
                    <a:pt x="975982" y="1144866"/>
                    <a:pt x="1059024" y="1144866"/>
                    <a:pt x="1142066" y="1136468"/>
                  </a:cubicBezTo>
                  <a:cubicBezTo>
                    <a:pt x="1144866" y="1067422"/>
                    <a:pt x="1130870" y="997442"/>
                    <a:pt x="1142066" y="929328"/>
                  </a:cubicBezTo>
                  <a:cubicBezTo>
                    <a:pt x="1156062" y="847219"/>
                    <a:pt x="1168192" y="758578"/>
                    <a:pt x="1142066" y="679268"/>
                  </a:cubicBezTo>
                  <a:cubicBezTo>
                    <a:pt x="1118740" y="609288"/>
                    <a:pt x="1150464" y="531844"/>
                    <a:pt x="1142066" y="458133"/>
                  </a:cubicBezTo>
                  <a:cubicBezTo>
                    <a:pt x="1132736" y="382555"/>
                    <a:pt x="1166326" y="301378"/>
                    <a:pt x="1142066" y="228600"/>
                  </a:cubicBezTo>
                  <a:cubicBezTo>
                    <a:pt x="1119673" y="161419"/>
                    <a:pt x="1164460" y="83042"/>
                    <a:pt x="1142066" y="16795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907902" y="4018695"/>
            <a:ext cx="1567543" cy="1567543"/>
            <a:chOff x="4366726" y="3582955"/>
            <a:chExt cx="1567543" cy="1567543"/>
          </a:xfrm>
        </p:grpSpPr>
        <p:sp>
          <p:nvSpPr>
            <p:cNvPr id="13" name="Rounded Rectangle 12"/>
            <p:cNvSpPr/>
            <p:nvPr/>
          </p:nvSpPr>
          <p:spPr>
            <a:xfrm>
              <a:off x="4590661" y="3806890"/>
              <a:ext cx="1343608" cy="223934"/>
            </a:xfrm>
            <a:custGeom>
              <a:avLst/>
              <a:gdLst/>
              <a:ahLst/>
              <a:cxnLst/>
              <a:rect l="0" t="0" r="0" b="0"/>
              <a:pathLst>
                <a:path w="1343608" h="223934">
                  <a:moveTo>
                    <a:pt x="223934" y="223934"/>
                  </a:moveTo>
                  <a:lnTo>
                    <a:pt x="0" y="0"/>
                  </a:lnTo>
                  <a:lnTo>
                    <a:pt x="335902" y="0"/>
                  </a:lnTo>
                  <a:lnTo>
                    <a:pt x="1343608" y="223934"/>
                  </a:lnTo>
                  <a:lnTo>
                    <a:pt x="223934" y="2239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590661" y="3806890"/>
              <a:ext cx="223934" cy="1343608"/>
            </a:xfrm>
            <a:custGeom>
              <a:avLst/>
              <a:gdLst/>
              <a:ahLst/>
              <a:cxnLst/>
              <a:rect l="0" t="0" r="0" b="0"/>
              <a:pathLst>
                <a:path w="223934" h="1343608">
                  <a:moveTo>
                    <a:pt x="223934" y="223934"/>
                  </a:moveTo>
                  <a:lnTo>
                    <a:pt x="223934" y="1343608"/>
                  </a:lnTo>
                  <a:lnTo>
                    <a:pt x="0" y="335902"/>
                  </a:lnTo>
                  <a:lnTo>
                    <a:pt x="0" y="0"/>
                  </a:lnTo>
                  <a:lnTo>
                    <a:pt x="223934" y="2239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66726" y="3582955"/>
              <a:ext cx="1231640" cy="1231640"/>
            </a:xfrm>
            <a:custGeom>
              <a:avLst/>
              <a:gdLst/>
              <a:ahLst/>
              <a:cxnLst/>
              <a:rect l="0" t="0" r="0" b="0"/>
              <a:pathLst>
                <a:path w="1231640" h="1231640">
                  <a:moveTo>
                    <a:pt x="223934" y="223934"/>
                  </a:moveTo>
                  <a:lnTo>
                    <a:pt x="223934" y="559836"/>
                  </a:lnTo>
                  <a:lnTo>
                    <a:pt x="373224" y="1231640"/>
                  </a:lnTo>
                  <a:lnTo>
                    <a:pt x="0" y="1231640"/>
                  </a:lnTo>
                  <a:lnTo>
                    <a:pt x="0" y="0"/>
                  </a:lnTo>
                  <a:lnTo>
                    <a:pt x="1231640" y="0"/>
                  </a:lnTo>
                  <a:lnTo>
                    <a:pt x="1231640" y="373224"/>
                  </a:lnTo>
                  <a:lnTo>
                    <a:pt x="557681" y="223934"/>
                  </a:lnTo>
                  <a:lnTo>
                    <a:pt x="223934" y="2239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814595" y="4030825"/>
              <a:ext cx="1119673" cy="1119673"/>
            </a:xfrm>
            <a:custGeom>
              <a:avLst/>
              <a:gdLst/>
              <a:ahLst/>
              <a:cxnLst/>
              <a:rect l="0" t="0" r="0" b="0"/>
              <a:pathLst>
                <a:path w="1119673" h="1119673">
                  <a:moveTo>
                    <a:pt x="1119673" y="1119673"/>
                  </a:moveTo>
                  <a:lnTo>
                    <a:pt x="0" y="1119673"/>
                  </a:lnTo>
                  <a:lnTo>
                    <a:pt x="0" y="0"/>
                  </a:lnTo>
                  <a:lnTo>
                    <a:pt x="1119673" y="0"/>
                  </a:lnTo>
                  <a:lnTo>
                    <a:pt x="1119673" y="111967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81776" y="3996301"/>
            <a:ext cx="1614196" cy="1614195"/>
            <a:chOff x="4340600" y="3560561"/>
            <a:chExt cx="1614196" cy="1614195"/>
          </a:xfrm>
        </p:grpSpPr>
        <p:sp>
          <p:nvSpPr>
            <p:cNvPr id="18" name="Rounded Rectangle 17"/>
            <p:cNvSpPr/>
            <p:nvPr/>
          </p:nvSpPr>
          <p:spPr>
            <a:xfrm>
              <a:off x="4590661" y="3792893"/>
              <a:ext cx="1343608" cy="256591"/>
            </a:xfrm>
            <a:custGeom>
              <a:avLst/>
              <a:gdLst/>
              <a:ahLst/>
              <a:cxnLst/>
              <a:rect l="0" t="0" r="0" b="0"/>
              <a:pathLst>
                <a:path w="1343608" h="256591">
                  <a:moveTo>
                    <a:pt x="223934" y="237930"/>
                  </a:moveTo>
                  <a:lnTo>
                    <a:pt x="1343608" y="237930"/>
                  </a:lnTo>
                  <a:lnTo>
                    <a:pt x="335902" y="13995"/>
                  </a:lnTo>
                  <a:lnTo>
                    <a:pt x="0" y="13995"/>
                  </a:lnTo>
                  <a:close/>
                  <a:moveTo>
                    <a:pt x="223934" y="237930"/>
                  </a:moveTo>
                  <a:cubicBezTo>
                    <a:pt x="349897" y="231399"/>
                    <a:pt x="475861" y="243528"/>
                    <a:pt x="601824" y="237930"/>
                  </a:cubicBezTo>
                  <a:cubicBezTo>
                    <a:pt x="726854" y="233265"/>
                    <a:pt x="852817" y="246328"/>
                    <a:pt x="977848" y="237930"/>
                  </a:cubicBezTo>
                  <a:cubicBezTo>
                    <a:pt x="1099146" y="230466"/>
                    <a:pt x="1221377" y="232332"/>
                    <a:pt x="1343608" y="237930"/>
                  </a:cubicBezTo>
                  <a:cubicBezTo>
                    <a:pt x="1241904" y="215537"/>
                    <a:pt x="1138334" y="196875"/>
                    <a:pt x="1037564" y="169817"/>
                  </a:cubicBezTo>
                  <a:cubicBezTo>
                    <a:pt x="926529" y="139959"/>
                    <a:pt x="812696" y="125030"/>
                    <a:pt x="701662" y="95172"/>
                  </a:cubicBezTo>
                  <a:cubicBezTo>
                    <a:pt x="581297" y="62515"/>
                    <a:pt x="459066" y="36389"/>
                    <a:pt x="335902" y="13995"/>
                  </a:cubicBezTo>
                  <a:cubicBezTo>
                    <a:pt x="223934" y="24259"/>
                    <a:pt x="111967" y="13995"/>
                    <a:pt x="0" y="13995"/>
                  </a:cubicBezTo>
                  <a:cubicBezTo>
                    <a:pt x="82109" y="80243"/>
                    <a:pt x="153022" y="159553"/>
                    <a:pt x="223934" y="237930"/>
                  </a:cubicBezTo>
                  <a:moveTo>
                    <a:pt x="223934" y="237930"/>
                  </a:moveTo>
                  <a:cubicBezTo>
                    <a:pt x="188478" y="203407"/>
                    <a:pt x="158620" y="160486"/>
                    <a:pt x="117565" y="131561"/>
                  </a:cubicBezTo>
                  <a:cubicBezTo>
                    <a:pt x="72778" y="99837"/>
                    <a:pt x="44786" y="46653"/>
                    <a:pt x="0" y="13995"/>
                  </a:cubicBezTo>
                  <a:cubicBezTo>
                    <a:pt x="33590" y="10263"/>
                    <a:pt x="68113" y="16795"/>
                    <a:pt x="101703" y="13995"/>
                  </a:cubicBezTo>
                  <a:cubicBezTo>
                    <a:pt x="139959" y="11196"/>
                    <a:pt x="181013" y="27058"/>
                    <a:pt x="216470" y="13995"/>
                  </a:cubicBezTo>
                  <a:cubicBezTo>
                    <a:pt x="253792" y="0"/>
                    <a:pt x="296713" y="4665"/>
                    <a:pt x="335902" y="13995"/>
                  </a:cubicBezTo>
                  <a:cubicBezTo>
                    <a:pt x="389086" y="6531"/>
                    <a:pt x="440404" y="42920"/>
                    <a:pt x="493589" y="49452"/>
                  </a:cubicBezTo>
                  <a:cubicBezTo>
                    <a:pt x="547706" y="55050"/>
                    <a:pt x="600891" y="66247"/>
                    <a:pt x="652209" y="83975"/>
                  </a:cubicBezTo>
                  <a:cubicBezTo>
                    <a:pt x="706327" y="102636"/>
                    <a:pt x="761377" y="126896"/>
                    <a:pt x="817361" y="121297"/>
                  </a:cubicBezTo>
                  <a:cubicBezTo>
                    <a:pt x="876144" y="114766"/>
                    <a:pt x="933061" y="145557"/>
                    <a:pt x="989977" y="159553"/>
                  </a:cubicBezTo>
                  <a:cubicBezTo>
                    <a:pt x="1053426" y="174482"/>
                    <a:pt x="1120606" y="177281"/>
                    <a:pt x="1181255" y="201541"/>
                  </a:cubicBezTo>
                  <a:cubicBezTo>
                    <a:pt x="1232573" y="223001"/>
                    <a:pt x="1288557" y="245395"/>
                    <a:pt x="1343608" y="237930"/>
                  </a:cubicBezTo>
                  <a:cubicBezTo>
                    <a:pt x="1293222" y="256591"/>
                    <a:pt x="1235373" y="235131"/>
                    <a:pt x="1181255" y="237930"/>
                  </a:cubicBezTo>
                  <a:cubicBezTo>
                    <a:pt x="1127137" y="240729"/>
                    <a:pt x="1072087" y="226733"/>
                    <a:pt x="1018902" y="237930"/>
                  </a:cubicBezTo>
                  <a:cubicBezTo>
                    <a:pt x="969450" y="248194"/>
                    <a:pt x="915333" y="223001"/>
                    <a:pt x="866813" y="237930"/>
                  </a:cubicBezTo>
                  <a:cubicBezTo>
                    <a:pt x="816428" y="252859"/>
                    <a:pt x="760444" y="242595"/>
                    <a:pt x="707260" y="237930"/>
                  </a:cubicBezTo>
                  <a:cubicBezTo>
                    <a:pt x="649410" y="233265"/>
                    <a:pt x="590627" y="240729"/>
                    <a:pt x="532777" y="237930"/>
                  </a:cubicBezTo>
                  <a:cubicBezTo>
                    <a:pt x="483325" y="235131"/>
                    <a:pt x="432940" y="234198"/>
                    <a:pt x="383488" y="237930"/>
                  </a:cubicBezTo>
                  <a:cubicBezTo>
                    <a:pt x="330303" y="242595"/>
                    <a:pt x="276186" y="230466"/>
                    <a:pt x="223934" y="237930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570133" y="3806889"/>
              <a:ext cx="268721" cy="1343608"/>
            </a:xfrm>
            <a:custGeom>
              <a:avLst/>
              <a:gdLst/>
              <a:ahLst/>
              <a:cxnLst/>
              <a:rect l="0" t="0" r="0" b="0"/>
              <a:pathLst>
                <a:path w="268721" h="1343608">
                  <a:moveTo>
                    <a:pt x="244462" y="223934"/>
                  </a:moveTo>
                  <a:lnTo>
                    <a:pt x="20527" y="0"/>
                  </a:lnTo>
                  <a:lnTo>
                    <a:pt x="20527" y="335902"/>
                  </a:lnTo>
                  <a:lnTo>
                    <a:pt x="244462" y="1343608"/>
                  </a:lnTo>
                  <a:close/>
                  <a:moveTo>
                    <a:pt x="244462" y="223934"/>
                  </a:moveTo>
                  <a:cubicBezTo>
                    <a:pt x="174482" y="145557"/>
                    <a:pt x="98904" y="70912"/>
                    <a:pt x="20527" y="0"/>
                  </a:cubicBezTo>
                  <a:cubicBezTo>
                    <a:pt x="21460" y="111967"/>
                    <a:pt x="12129" y="223934"/>
                    <a:pt x="20527" y="335902"/>
                  </a:cubicBezTo>
                  <a:cubicBezTo>
                    <a:pt x="38255" y="438538"/>
                    <a:pt x="61582" y="541175"/>
                    <a:pt x="88640" y="641946"/>
                  </a:cubicBezTo>
                  <a:cubicBezTo>
                    <a:pt x="118498" y="752980"/>
                    <a:pt x="138093" y="865880"/>
                    <a:pt x="163285" y="977848"/>
                  </a:cubicBezTo>
                  <a:cubicBezTo>
                    <a:pt x="190344" y="1100079"/>
                    <a:pt x="223001" y="1220444"/>
                    <a:pt x="244462" y="1343608"/>
                  </a:cubicBezTo>
                  <a:cubicBezTo>
                    <a:pt x="234198" y="1144866"/>
                    <a:pt x="258457" y="945191"/>
                    <a:pt x="244462" y="746448"/>
                  </a:cubicBezTo>
                  <a:cubicBezTo>
                    <a:pt x="232332" y="572899"/>
                    <a:pt x="236064" y="398417"/>
                    <a:pt x="244462" y="223934"/>
                  </a:cubicBezTo>
                  <a:moveTo>
                    <a:pt x="244462" y="223934"/>
                  </a:moveTo>
                  <a:cubicBezTo>
                    <a:pt x="245395" y="282717"/>
                    <a:pt x="234198" y="342433"/>
                    <a:pt x="244462" y="400283"/>
                  </a:cubicBezTo>
                  <a:cubicBezTo>
                    <a:pt x="254725" y="456266"/>
                    <a:pt x="235131" y="515049"/>
                    <a:pt x="244462" y="571033"/>
                  </a:cubicBezTo>
                  <a:cubicBezTo>
                    <a:pt x="253792" y="628883"/>
                    <a:pt x="239796" y="688599"/>
                    <a:pt x="244462" y="747382"/>
                  </a:cubicBezTo>
                  <a:cubicBezTo>
                    <a:pt x="249127" y="811763"/>
                    <a:pt x="236997" y="877077"/>
                    <a:pt x="244462" y="942391"/>
                  </a:cubicBezTo>
                  <a:cubicBezTo>
                    <a:pt x="250993" y="1005840"/>
                    <a:pt x="222068" y="1074886"/>
                    <a:pt x="244462" y="1134602"/>
                  </a:cubicBezTo>
                  <a:cubicBezTo>
                    <a:pt x="268721" y="1199916"/>
                    <a:pt x="260324" y="1275494"/>
                    <a:pt x="244462" y="1343608"/>
                  </a:cubicBezTo>
                  <a:cubicBezTo>
                    <a:pt x="219269" y="1305352"/>
                    <a:pt x="229533" y="1252168"/>
                    <a:pt x="214604" y="1209247"/>
                  </a:cubicBezTo>
                  <a:cubicBezTo>
                    <a:pt x="198742" y="1163527"/>
                    <a:pt x="188478" y="1116874"/>
                    <a:pt x="183813" y="1070221"/>
                  </a:cubicBezTo>
                  <a:cubicBezTo>
                    <a:pt x="178214" y="1020768"/>
                    <a:pt x="177281" y="968517"/>
                    <a:pt x="152088" y="925596"/>
                  </a:cubicBezTo>
                  <a:cubicBezTo>
                    <a:pt x="124097" y="878943"/>
                    <a:pt x="126896" y="819227"/>
                    <a:pt x="115699" y="766043"/>
                  </a:cubicBezTo>
                  <a:cubicBezTo>
                    <a:pt x="107302" y="721256"/>
                    <a:pt x="88640" y="677402"/>
                    <a:pt x="86774" y="631682"/>
                  </a:cubicBezTo>
                  <a:cubicBezTo>
                    <a:pt x="83975" y="580364"/>
                    <a:pt x="81176" y="524380"/>
                    <a:pt x="53184" y="481459"/>
                  </a:cubicBezTo>
                  <a:cubicBezTo>
                    <a:pt x="26125" y="440404"/>
                    <a:pt x="34523" y="383488"/>
                    <a:pt x="20527" y="335902"/>
                  </a:cubicBezTo>
                  <a:cubicBezTo>
                    <a:pt x="9330" y="283650"/>
                    <a:pt x="39188" y="225800"/>
                    <a:pt x="20527" y="175415"/>
                  </a:cubicBezTo>
                  <a:cubicBezTo>
                    <a:pt x="0" y="120364"/>
                    <a:pt x="37322" y="55983"/>
                    <a:pt x="20527" y="0"/>
                  </a:cubicBezTo>
                  <a:cubicBezTo>
                    <a:pt x="58782" y="41987"/>
                    <a:pt x="104502" y="77444"/>
                    <a:pt x="141825" y="121297"/>
                  </a:cubicBezTo>
                  <a:cubicBezTo>
                    <a:pt x="173549" y="158620"/>
                    <a:pt x="207139" y="193143"/>
                    <a:pt x="244462" y="223934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340600" y="3560561"/>
              <a:ext cx="1261498" cy="1272695"/>
            </a:xfrm>
            <a:custGeom>
              <a:avLst/>
              <a:gdLst/>
              <a:ahLst/>
              <a:cxnLst/>
              <a:rect l="0" t="0" r="0" b="0"/>
              <a:pathLst>
                <a:path w="1261498" h="1272695">
                  <a:moveTo>
                    <a:pt x="250060" y="246328"/>
                  </a:moveTo>
                  <a:lnTo>
                    <a:pt x="583807" y="246328"/>
                  </a:lnTo>
                  <a:lnTo>
                    <a:pt x="1257766" y="395617"/>
                  </a:lnTo>
                  <a:lnTo>
                    <a:pt x="1257766" y="22393"/>
                  </a:lnTo>
                  <a:lnTo>
                    <a:pt x="26125" y="22393"/>
                  </a:lnTo>
                  <a:lnTo>
                    <a:pt x="26125" y="1254034"/>
                  </a:lnTo>
                  <a:lnTo>
                    <a:pt x="399350" y="1254034"/>
                  </a:lnTo>
                  <a:lnTo>
                    <a:pt x="250060" y="582230"/>
                  </a:lnTo>
                  <a:close/>
                  <a:moveTo>
                    <a:pt x="250060" y="246328"/>
                  </a:moveTo>
                  <a:cubicBezTo>
                    <a:pt x="361094" y="254725"/>
                    <a:pt x="473062" y="239796"/>
                    <a:pt x="584096" y="246328"/>
                  </a:cubicBezTo>
                  <a:cubicBezTo>
                    <a:pt x="806164" y="306044"/>
                    <a:pt x="1031965" y="353630"/>
                    <a:pt x="1257766" y="395617"/>
                  </a:cubicBezTo>
                  <a:cubicBezTo>
                    <a:pt x="1256833" y="271520"/>
                    <a:pt x="1243770" y="146490"/>
                    <a:pt x="1257766" y="22393"/>
                  </a:cubicBezTo>
                  <a:cubicBezTo>
                    <a:pt x="1052493" y="11196"/>
                    <a:pt x="846286" y="16795"/>
                    <a:pt x="641013" y="22393"/>
                  </a:cubicBezTo>
                  <a:cubicBezTo>
                    <a:pt x="435739" y="27991"/>
                    <a:pt x="230466" y="15862"/>
                    <a:pt x="26125" y="22393"/>
                  </a:cubicBezTo>
                  <a:cubicBezTo>
                    <a:pt x="20527" y="238863"/>
                    <a:pt x="25192" y="454400"/>
                    <a:pt x="26125" y="670871"/>
                  </a:cubicBezTo>
                  <a:cubicBezTo>
                    <a:pt x="27058" y="864947"/>
                    <a:pt x="17728" y="1059957"/>
                    <a:pt x="26125" y="1254034"/>
                  </a:cubicBezTo>
                  <a:cubicBezTo>
                    <a:pt x="150222" y="1249368"/>
                    <a:pt x="275253" y="1248435"/>
                    <a:pt x="399350" y="1254034"/>
                  </a:cubicBezTo>
                  <a:cubicBezTo>
                    <a:pt x="378822" y="1132736"/>
                    <a:pt x="357362" y="1010505"/>
                    <a:pt x="319106" y="892939"/>
                  </a:cubicBezTo>
                  <a:cubicBezTo>
                    <a:pt x="286449" y="792168"/>
                    <a:pt x="273386" y="685800"/>
                    <a:pt x="250060" y="582230"/>
                  </a:cubicBezTo>
                  <a:cubicBezTo>
                    <a:pt x="237930" y="471195"/>
                    <a:pt x="244462" y="358295"/>
                    <a:pt x="250060" y="246328"/>
                  </a:cubicBezTo>
                  <a:moveTo>
                    <a:pt x="250060" y="246328"/>
                  </a:moveTo>
                  <a:cubicBezTo>
                    <a:pt x="250060" y="299512"/>
                    <a:pt x="240729" y="353630"/>
                    <a:pt x="250060" y="404948"/>
                  </a:cubicBezTo>
                  <a:cubicBezTo>
                    <a:pt x="260324" y="463731"/>
                    <a:pt x="240729" y="524380"/>
                    <a:pt x="250060" y="582230"/>
                  </a:cubicBezTo>
                  <a:cubicBezTo>
                    <a:pt x="263123" y="621418"/>
                    <a:pt x="264989" y="664339"/>
                    <a:pt x="277119" y="704461"/>
                  </a:cubicBezTo>
                  <a:cubicBezTo>
                    <a:pt x="290182" y="748315"/>
                    <a:pt x="281784" y="800566"/>
                    <a:pt x="306977" y="839755"/>
                  </a:cubicBezTo>
                  <a:cubicBezTo>
                    <a:pt x="332169" y="877077"/>
                    <a:pt x="336835" y="926529"/>
                    <a:pt x="336835" y="972249"/>
                  </a:cubicBezTo>
                  <a:cubicBezTo>
                    <a:pt x="335902" y="1017036"/>
                    <a:pt x="351764" y="1061823"/>
                    <a:pt x="365759" y="1104744"/>
                  </a:cubicBezTo>
                  <a:cubicBezTo>
                    <a:pt x="382555" y="1152330"/>
                    <a:pt x="371358" y="1211113"/>
                    <a:pt x="399350" y="1254034"/>
                  </a:cubicBezTo>
                  <a:cubicBezTo>
                    <a:pt x="343366" y="1272695"/>
                    <a:pt x="279918" y="1260565"/>
                    <a:pt x="221135" y="1254034"/>
                  </a:cubicBezTo>
                  <a:cubicBezTo>
                    <a:pt x="156754" y="1246569"/>
                    <a:pt x="91440" y="1254967"/>
                    <a:pt x="26125" y="1254034"/>
                  </a:cubicBezTo>
                  <a:cubicBezTo>
                    <a:pt x="0" y="1184987"/>
                    <a:pt x="13995" y="1104744"/>
                    <a:pt x="26125" y="1031965"/>
                  </a:cubicBezTo>
                  <a:cubicBezTo>
                    <a:pt x="36389" y="969450"/>
                    <a:pt x="29857" y="906002"/>
                    <a:pt x="26125" y="842554"/>
                  </a:cubicBezTo>
                  <a:cubicBezTo>
                    <a:pt x="22393" y="773507"/>
                    <a:pt x="50385" y="699795"/>
                    <a:pt x="26125" y="634481"/>
                  </a:cubicBezTo>
                  <a:cubicBezTo>
                    <a:pt x="1866" y="570100"/>
                    <a:pt x="41054" y="494522"/>
                    <a:pt x="26125" y="427342"/>
                  </a:cubicBezTo>
                  <a:cubicBezTo>
                    <a:pt x="12129" y="363893"/>
                    <a:pt x="44786" y="295780"/>
                    <a:pt x="26125" y="233265"/>
                  </a:cubicBezTo>
                  <a:cubicBezTo>
                    <a:pt x="5598" y="166084"/>
                    <a:pt x="20527" y="92373"/>
                    <a:pt x="26125" y="22393"/>
                  </a:cubicBezTo>
                  <a:cubicBezTo>
                    <a:pt x="99837" y="15862"/>
                    <a:pt x="174482" y="18661"/>
                    <a:pt x="249127" y="22393"/>
                  </a:cubicBezTo>
                  <a:cubicBezTo>
                    <a:pt x="313508" y="25192"/>
                    <a:pt x="379755" y="31724"/>
                    <a:pt x="444137" y="22393"/>
                  </a:cubicBezTo>
                  <a:cubicBezTo>
                    <a:pt x="508518" y="13062"/>
                    <a:pt x="576631" y="41987"/>
                    <a:pt x="639146" y="22393"/>
                  </a:cubicBezTo>
                  <a:cubicBezTo>
                    <a:pt x="710992" y="0"/>
                    <a:pt x="789369" y="13062"/>
                    <a:pt x="864014" y="22393"/>
                  </a:cubicBezTo>
                  <a:cubicBezTo>
                    <a:pt x="933061" y="30791"/>
                    <a:pt x="1007706" y="44786"/>
                    <a:pt x="1073020" y="22393"/>
                  </a:cubicBezTo>
                  <a:cubicBezTo>
                    <a:pt x="1131803" y="2799"/>
                    <a:pt x="1197117" y="13995"/>
                    <a:pt x="1257766" y="22393"/>
                  </a:cubicBezTo>
                  <a:cubicBezTo>
                    <a:pt x="1246569" y="58782"/>
                    <a:pt x="1256833" y="97971"/>
                    <a:pt x="1257766" y="135293"/>
                  </a:cubicBezTo>
                  <a:cubicBezTo>
                    <a:pt x="1258699" y="180080"/>
                    <a:pt x="1261498" y="223934"/>
                    <a:pt x="1257766" y="268721"/>
                  </a:cubicBezTo>
                  <a:cubicBezTo>
                    <a:pt x="1254034" y="310709"/>
                    <a:pt x="1261498" y="353630"/>
                    <a:pt x="1257766" y="395617"/>
                  </a:cubicBezTo>
                  <a:cubicBezTo>
                    <a:pt x="1198050" y="400283"/>
                    <a:pt x="1142066" y="359228"/>
                    <a:pt x="1081417" y="356429"/>
                  </a:cubicBezTo>
                  <a:cubicBezTo>
                    <a:pt x="1019835" y="354563"/>
                    <a:pt x="955454" y="347098"/>
                    <a:pt x="901337" y="316307"/>
                  </a:cubicBezTo>
                  <a:cubicBezTo>
                    <a:pt x="857483" y="292048"/>
                    <a:pt x="799633" y="300445"/>
                    <a:pt x="752047" y="283650"/>
                  </a:cubicBezTo>
                  <a:cubicBezTo>
                    <a:pt x="697929" y="264056"/>
                    <a:pt x="631682" y="278052"/>
                    <a:pt x="584096" y="246328"/>
                  </a:cubicBezTo>
                  <a:cubicBezTo>
                    <a:pt x="532777" y="248194"/>
                    <a:pt x="479593" y="263123"/>
                    <a:pt x="431074" y="246328"/>
                  </a:cubicBezTo>
                  <a:cubicBezTo>
                    <a:pt x="374157" y="226733"/>
                    <a:pt x="309776" y="254725"/>
                    <a:pt x="250060" y="246328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795934" y="4004698"/>
              <a:ext cx="1158862" cy="1170058"/>
            </a:xfrm>
            <a:custGeom>
              <a:avLst/>
              <a:gdLst/>
              <a:ahLst/>
              <a:cxnLst/>
              <a:rect l="0" t="0" r="0" b="0"/>
              <a:pathLst>
                <a:path w="1158862" h="1170058">
                  <a:moveTo>
                    <a:pt x="1138334" y="1145799"/>
                  </a:moveTo>
                  <a:lnTo>
                    <a:pt x="1138334" y="26125"/>
                  </a:lnTo>
                  <a:lnTo>
                    <a:pt x="18661" y="26125"/>
                  </a:lnTo>
                  <a:lnTo>
                    <a:pt x="18661" y="1145799"/>
                  </a:lnTo>
                  <a:close/>
                  <a:moveTo>
                    <a:pt x="1138334" y="1145799"/>
                  </a:moveTo>
                  <a:cubicBezTo>
                    <a:pt x="1152330" y="1031032"/>
                    <a:pt x="1139267" y="914400"/>
                    <a:pt x="1138334" y="798700"/>
                  </a:cubicBezTo>
                  <a:cubicBezTo>
                    <a:pt x="1137401" y="669004"/>
                    <a:pt x="1144866" y="540242"/>
                    <a:pt x="1138334" y="411480"/>
                  </a:cubicBezTo>
                  <a:cubicBezTo>
                    <a:pt x="1131803" y="282717"/>
                    <a:pt x="1127137" y="153955"/>
                    <a:pt x="1138334" y="26125"/>
                  </a:cubicBezTo>
                  <a:cubicBezTo>
                    <a:pt x="1012371" y="30791"/>
                    <a:pt x="886408" y="31724"/>
                    <a:pt x="760444" y="26125"/>
                  </a:cubicBezTo>
                  <a:cubicBezTo>
                    <a:pt x="635414" y="20527"/>
                    <a:pt x="510384" y="25192"/>
                    <a:pt x="384421" y="26125"/>
                  </a:cubicBezTo>
                  <a:cubicBezTo>
                    <a:pt x="263123" y="27058"/>
                    <a:pt x="139959" y="18661"/>
                    <a:pt x="18661" y="26125"/>
                  </a:cubicBezTo>
                  <a:cubicBezTo>
                    <a:pt x="13995" y="139026"/>
                    <a:pt x="13995" y="252859"/>
                    <a:pt x="18661" y="366693"/>
                  </a:cubicBezTo>
                  <a:cubicBezTo>
                    <a:pt x="23326" y="490790"/>
                    <a:pt x="18661" y="614887"/>
                    <a:pt x="18661" y="738984"/>
                  </a:cubicBezTo>
                  <a:cubicBezTo>
                    <a:pt x="18661" y="874278"/>
                    <a:pt x="24259" y="1010505"/>
                    <a:pt x="18661" y="1145799"/>
                  </a:cubicBezTo>
                  <a:cubicBezTo>
                    <a:pt x="217403" y="1135535"/>
                    <a:pt x="417078" y="1159795"/>
                    <a:pt x="615820" y="1145799"/>
                  </a:cubicBezTo>
                  <a:cubicBezTo>
                    <a:pt x="789369" y="1133669"/>
                    <a:pt x="963852" y="1137401"/>
                    <a:pt x="1138334" y="1145799"/>
                  </a:cubicBezTo>
                  <a:moveTo>
                    <a:pt x="1138334" y="1145799"/>
                  </a:moveTo>
                  <a:cubicBezTo>
                    <a:pt x="1079551" y="1146732"/>
                    <a:pt x="1019835" y="1135535"/>
                    <a:pt x="961986" y="1145799"/>
                  </a:cubicBezTo>
                  <a:cubicBezTo>
                    <a:pt x="906002" y="1156062"/>
                    <a:pt x="847219" y="1136468"/>
                    <a:pt x="791235" y="1145799"/>
                  </a:cubicBezTo>
                  <a:cubicBezTo>
                    <a:pt x="733386" y="1155129"/>
                    <a:pt x="673670" y="1141133"/>
                    <a:pt x="614887" y="1145799"/>
                  </a:cubicBezTo>
                  <a:cubicBezTo>
                    <a:pt x="550506" y="1150464"/>
                    <a:pt x="485191" y="1138334"/>
                    <a:pt x="419877" y="1145799"/>
                  </a:cubicBezTo>
                  <a:cubicBezTo>
                    <a:pt x="356429" y="1152330"/>
                    <a:pt x="287382" y="1123405"/>
                    <a:pt x="227666" y="1145799"/>
                  </a:cubicBezTo>
                  <a:cubicBezTo>
                    <a:pt x="162352" y="1170058"/>
                    <a:pt x="86774" y="1161661"/>
                    <a:pt x="18661" y="1145799"/>
                  </a:cubicBezTo>
                  <a:cubicBezTo>
                    <a:pt x="933" y="1099146"/>
                    <a:pt x="24259" y="1045961"/>
                    <a:pt x="18661" y="996509"/>
                  </a:cubicBezTo>
                  <a:cubicBezTo>
                    <a:pt x="13062" y="945191"/>
                    <a:pt x="13062" y="892939"/>
                    <a:pt x="18661" y="841621"/>
                  </a:cubicBezTo>
                  <a:cubicBezTo>
                    <a:pt x="25192" y="788436"/>
                    <a:pt x="35456" y="732453"/>
                    <a:pt x="18661" y="682067"/>
                  </a:cubicBezTo>
                  <a:cubicBezTo>
                    <a:pt x="0" y="625151"/>
                    <a:pt x="17728" y="563568"/>
                    <a:pt x="18661" y="503853"/>
                  </a:cubicBezTo>
                  <a:cubicBezTo>
                    <a:pt x="19594" y="454400"/>
                    <a:pt x="10263" y="404015"/>
                    <a:pt x="18661" y="355496"/>
                  </a:cubicBezTo>
                  <a:cubicBezTo>
                    <a:pt x="27991" y="300445"/>
                    <a:pt x="38255" y="239796"/>
                    <a:pt x="18661" y="188478"/>
                  </a:cubicBezTo>
                  <a:cubicBezTo>
                    <a:pt x="0" y="137160"/>
                    <a:pt x="21460" y="80243"/>
                    <a:pt x="18661" y="26125"/>
                  </a:cubicBezTo>
                  <a:cubicBezTo>
                    <a:pt x="88640" y="11196"/>
                    <a:pt x="166084" y="51318"/>
                    <a:pt x="233265" y="26125"/>
                  </a:cubicBezTo>
                  <a:cubicBezTo>
                    <a:pt x="302311" y="0"/>
                    <a:pt x="385354" y="47586"/>
                    <a:pt x="457200" y="26125"/>
                  </a:cubicBezTo>
                  <a:cubicBezTo>
                    <a:pt x="535577" y="2799"/>
                    <a:pt x="621418" y="19594"/>
                    <a:pt x="703528" y="26125"/>
                  </a:cubicBezTo>
                  <a:cubicBezTo>
                    <a:pt x="773507" y="31724"/>
                    <a:pt x="843487" y="22393"/>
                    <a:pt x="913466" y="26125"/>
                  </a:cubicBezTo>
                  <a:cubicBezTo>
                    <a:pt x="988111" y="29857"/>
                    <a:pt x="1063689" y="32657"/>
                    <a:pt x="1138334" y="26125"/>
                  </a:cubicBezTo>
                  <a:cubicBezTo>
                    <a:pt x="1158862" y="91440"/>
                    <a:pt x="1128071" y="162352"/>
                    <a:pt x="1138334" y="229533"/>
                  </a:cubicBezTo>
                  <a:cubicBezTo>
                    <a:pt x="1147665" y="293914"/>
                    <a:pt x="1146732" y="360161"/>
                    <a:pt x="1138334" y="424542"/>
                  </a:cubicBezTo>
                  <a:cubicBezTo>
                    <a:pt x="1130870" y="479593"/>
                    <a:pt x="1120606" y="539309"/>
                    <a:pt x="1138334" y="591560"/>
                  </a:cubicBezTo>
                  <a:cubicBezTo>
                    <a:pt x="1156062" y="644745"/>
                    <a:pt x="1145799" y="704461"/>
                    <a:pt x="1138334" y="759511"/>
                  </a:cubicBezTo>
                  <a:cubicBezTo>
                    <a:pt x="1129004" y="824826"/>
                    <a:pt x="1137401" y="891073"/>
                    <a:pt x="1138334" y="956387"/>
                  </a:cubicBezTo>
                  <a:cubicBezTo>
                    <a:pt x="1139267" y="1019835"/>
                    <a:pt x="1156062" y="1085150"/>
                    <a:pt x="1138334" y="1145799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668555" y="4018695"/>
            <a:ext cx="1567542" cy="1567543"/>
            <a:chOff x="2127379" y="3582955"/>
            <a:chExt cx="1567542" cy="1567543"/>
          </a:xfrm>
        </p:grpSpPr>
        <p:sp>
          <p:nvSpPr>
            <p:cNvPr id="23" name="Rounded Rectangle 22"/>
            <p:cNvSpPr/>
            <p:nvPr/>
          </p:nvSpPr>
          <p:spPr>
            <a:xfrm>
              <a:off x="2127379" y="3806890"/>
              <a:ext cx="1343608" cy="223934"/>
            </a:xfrm>
            <a:custGeom>
              <a:avLst/>
              <a:gdLst/>
              <a:ahLst/>
              <a:cxnLst/>
              <a:rect l="0" t="0" r="0" b="0"/>
              <a:pathLst>
                <a:path w="1343608" h="223934">
                  <a:moveTo>
                    <a:pt x="1119673" y="223934"/>
                  </a:moveTo>
                  <a:lnTo>
                    <a:pt x="1343608" y="0"/>
                  </a:lnTo>
                  <a:lnTo>
                    <a:pt x="1007706" y="0"/>
                  </a:lnTo>
                  <a:lnTo>
                    <a:pt x="0" y="223934"/>
                  </a:lnTo>
                  <a:lnTo>
                    <a:pt x="1119673" y="2239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247053" y="3806890"/>
              <a:ext cx="223934" cy="1343608"/>
            </a:xfrm>
            <a:custGeom>
              <a:avLst/>
              <a:gdLst/>
              <a:ahLst/>
              <a:cxnLst/>
              <a:rect l="0" t="0" r="0" b="0"/>
              <a:pathLst>
                <a:path w="223934" h="1343608">
                  <a:moveTo>
                    <a:pt x="0" y="223934"/>
                  </a:moveTo>
                  <a:lnTo>
                    <a:pt x="0" y="1343608"/>
                  </a:lnTo>
                  <a:lnTo>
                    <a:pt x="223934" y="335902"/>
                  </a:lnTo>
                  <a:lnTo>
                    <a:pt x="223934" y="0"/>
                  </a:lnTo>
                  <a:lnTo>
                    <a:pt x="0" y="2239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463281" y="3582955"/>
              <a:ext cx="1231640" cy="1231640"/>
            </a:xfrm>
            <a:custGeom>
              <a:avLst/>
              <a:gdLst/>
              <a:ahLst/>
              <a:cxnLst/>
              <a:rect l="0" t="0" r="0" b="0"/>
              <a:pathLst>
                <a:path w="1231640" h="1231640">
                  <a:moveTo>
                    <a:pt x="1007706" y="223934"/>
                  </a:moveTo>
                  <a:lnTo>
                    <a:pt x="1007706" y="559836"/>
                  </a:lnTo>
                  <a:lnTo>
                    <a:pt x="858416" y="1231640"/>
                  </a:lnTo>
                  <a:lnTo>
                    <a:pt x="1231640" y="1231640"/>
                  </a:lnTo>
                  <a:lnTo>
                    <a:pt x="1231640" y="0"/>
                  </a:lnTo>
                  <a:lnTo>
                    <a:pt x="0" y="0"/>
                  </a:lnTo>
                  <a:lnTo>
                    <a:pt x="0" y="373224"/>
                  </a:lnTo>
                  <a:lnTo>
                    <a:pt x="673959" y="223934"/>
                  </a:lnTo>
                  <a:lnTo>
                    <a:pt x="1007706" y="2239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127379" y="4030825"/>
              <a:ext cx="1119673" cy="1119673"/>
            </a:xfrm>
            <a:custGeom>
              <a:avLst/>
              <a:gdLst/>
              <a:ahLst/>
              <a:cxnLst/>
              <a:rect l="0" t="0" r="0" b="0"/>
              <a:pathLst>
                <a:path w="1119673" h="1119673">
                  <a:moveTo>
                    <a:pt x="0" y="1119673"/>
                  </a:moveTo>
                  <a:lnTo>
                    <a:pt x="1119673" y="1119673"/>
                  </a:lnTo>
                  <a:lnTo>
                    <a:pt x="1119673" y="0"/>
                  </a:lnTo>
                  <a:lnTo>
                    <a:pt x="0" y="0"/>
                  </a:lnTo>
                  <a:lnTo>
                    <a:pt x="0" y="111967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645229" y="3998167"/>
            <a:ext cx="1616994" cy="1604865"/>
            <a:chOff x="2104053" y="3562427"/>
            <a:chExt cx="1616994" cy="1604865"/>
          </a:xfrm>
        </p:grpSpPr>
        <p:sp>
          <p:nvSpPr>
            <p:cNvPr id="28" name="Rounded Rectangle 27"/>
            <p:cNvSpPr/>
            <p:nvPr/>
          </p:nvSpPr>
          <p:spPr>
            <a:xfrm>
              <a:off x="2127379" y="3767701"/>
              <a:ext cx="1343608" cy="283650"/>
            </a:xfrm>
            <a:custGeom>
              <a:avLst/>
              <a:gdLst/>
              <a:ahLst/>
              <a:cxnLst/>
              <a:rect l="0" t="0" r="0" b="0"/>
              <a:pathLst>
                <a:path w="1343608" h="283650">
                  <a:moveTo>
                    <a:pt x="1119673" y="263123"/>
                  </a:moveTo>
                  <a:lnTo>
                    <a:pt x="0" y="263123"/>
                  </a:lnTo>
                  <a:lnTo>
                    <a:pt x="1007706" y="39188"/>
                  </a:lnTo>
                  <a:lnTo>
                    <a:pt x="1343608" y="39188"/>
                  </a:lnTo>
                  <a:close/>
                  <a:moveTo>
                    <a:pt x="1119673" y="263123"/>
                  </a:moveTo>
                  <a:cubicBezTo>
                    <a:pt x="1006773" y="268721"/>
                    <a:pt x="893872" y="268721"/>
                    <a:pt x="781905" y="263123"/>
                  </a:cubicBezTo>
                  <a:cubicBezTo>
                    <a:pt x="654075" y="256591"/>
                    <a:pt x="526246" y="278052"/>
                    <a:pt x="399350" y="263123"/>
                  </a:cubicBezTo>
                  <a:cubicBezTo>
                    <a:pt x="266855" y="247261"/>
                    <a:pt x="132494" y="274319"/>
                    <a:pt x="0" y="263123"/>
                  </a:cubicBezTo>
                  <a:cubicBezTo>
                    <a:pt x="335902" y="190344"/>
                    <a:pt x="670871" y="109168"/>
                    <a:pt x="1007706" y="39188"/>
                  </a:cubicBezTo>
                  <a:cubicBezTo>
                    <a:pt x="1118740" y="51318"/>
                    <a:pt x="1231640" y="32657"/>
                    <a:pt x="1343608" y="39188"/>
                  </a:cubicBezTo>
                  <a:cubicBezTo>
                    <a:pt x="1270829" y="115699"/>
                    <a:pt x="1182188" y="178214"/>
                    <a:pt x="1119673" y="263123"/>
                  </a:cubicBezTo>
                  <a:moveTo>
                    <a:pt x="1119673" y="263123"/>
                  </a:moveTo>
                  <a:cubicBezTo>
                    <a:pt x="1142066" y="221135"/>
                    <a:pt x="1188719" y="195942"/>
                    <a:pt x="1221377" y="161419"/>
                  </a:cubicBezTo>
                  <a:cubicBezTo>
                    <a:pt x="1260565" y="119431"/>
                    <a:pt x="1299754" y="76511"/>
                    <a:pt x="1343608" y="39188"/>
                  </a:cubicBezTo>
                  <a:cubicBezTo>
                    <a:pt x="1234440" y="62515"/>
                    <a:pt x="1112208" y="0"/>
                    <a:pt x="1007706" y="39188"/>
                  </a:cubicBezTo>
                  <a:cubicBezTo>
                    <a:pt x="946124" y="56916"/>
                    <a:pt x="883608" y="74644"/>
                    <a:pt x="819227" y="81176"/>
                  </a:cubicBezTo>
                  <a:cubicBezTo>
                    <a:pt x="743649" y="88640"/>
                    <a:pt x="671804" y="116632"/>
                    <a:pt x="598092" y="130628"/>
                  </a:cubicBezTo>
                  <a:cubicBezTo>
                    <a:pt x="525313" y="143691"/>
                    <a:pt x="445070" y="139959"/>
                    <a:pt x="381622" y="178214"/>
                  </a:cubicBezTo>
                  <a:cubicBezTo>
                    <a:pt x="328437" y="210871"/>
                    <a:pt x="258457" y="198742"/>
                    <a:pt x="199675" y="219269"/>
                  </a:cubicBezTo>
                  <a:cubicBezTo>
                    <a:pt x="135293" y="240729"/>
                    <a:pt x="62515" y="236997"/>
                    <a:pt x="0" y="263123"/>
                  </a:cubicBezTo>
                  <a:cubicBezTo>
                    <a:pt x="72778" y="266855"/>
                    <a:pt x="149289" y="281784"/>
                    <a:pt x="220202" y="263123"/>
                  </a:cubicBezTo>
                  <a:cubicBezTo>
                    <a:pt x="290182" y="245395"/>
                    <a:pt x="364826" y="255658"/>
                    <a:pt x="435739" y="263123"/>
                  </a:cubicBezTo>
                  <a:cubicBezTo>
                    <a:pt x="518782" y="272453"/>
                    <a:pt x="604623" y="280851"/>
                    <a:pt x="685800" y="263123"/>
                  </a:cubicBezTo>
                  <a:cubicBezTo>
                    <a:pt x="752047" y="249127"/>
                    <a:pt x="821093" y="252859"/>
                    <a:pt x="887341" y="263123"/>
                  </a:cubicBezTo>
                  <a:cubicBezTo>
                    <a:pt x="963852" y="274319"/>
                    <a:pt x="1045028" y="283650"/>
                    <a:pt x="1119673" y="263123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230257" y="3806889"/>
              <a:ext cx="256591" cy="1343608"/>
            </a:xfrm>
            <a:custGeom>
              <a:avLst/>
              <a:gdLst/>
              <a:ahLst/>
              <a:cxnLst/>
              <a:rect l="0" t="0" r="0" b="0"/>
              <a:pathLst>
                <a:path w="256591" h="1343608">
                  <a:moveTo>
                    <a:pt x="16795" y="223934"/>
                  </a:moveTo>
                  <a:lnTo>
                    <a:pt x="240729" y="0"/>
                  </a:lnTo>
                  <a:lnTo>
                    <a:pt x="240729" y="335902"/>
                  </a:lnTo>
                  <a:lnTo>
                    <a:pt x="16795" y="1343608"/>
                  </a:lnTo>
                  <a:close/>
                  <a:moveTo>
                    <a:pt x="16795" y="223934"/>
                  </a:moveTo>
                  <a:cubicBezTo>
                    <a:pt x="98904" y="157687"/>
                    <a:pt x="161419" y="69979"/>
                    <a:pt x="240729" y="0"/>
                  </a:cubicBezTo>
                  <a:cubicBezTo>
                    <a:pt x="236064" y="111967"/>
                    <a:pt x="256591" y="224867"/>
                    <a:pt x="240729" y="335902"/>
                  </a:cubicBezTo>
                  <a:cubicBezTo>
                    <a:pt x="151155" y="668071"/>
                    <a:pt x="93306" y="1007706"/>
                    <a:pt x="16795" y="1343608"/>
                  </a:cubicBezTo>
                  <a:cubicBezTo>
                    <a:pt x="28924" y="1154196"/>
                    <a:pt x="19594" y="964785"/>
                    <a:pt x="16795" y="774440"/>
                  </a:cubicBezTo>
                  <a:cubicBezTo>
                    <a:pt x="13995" y="591560"/>
                    <a:pt x="32657" y="406814"/>
                    <a:pt x="16795" y="223934"/>
                  </a:cubicBezTo>
                  <a:moveTo>
                    <a:pt x="16795" y="223934"/>
                  </a:moveTo>
                  <a:cubicBezTo>
                    <a:pt x="30791" y="264056"/>
                    <a:pt x="15862" y="308843"/>
                    <a:pt x="16795" y="350831"/>
                  </a:cubicBezTo>
                  <a:cubicBezTo>
                    <a:pt x="18661" y="402149"/>
                    <a:pt x="20527" y="452534"/>
                    <a:pt x="16795" y="502920"/>
                  </a:cubicBezTo>
                  <a:cubicBezTo>
                    <a:pt x="13995" y="549573"/>
                    <a:pt x="0" y="599025"/>
                    <a:pt x="16795" y="641946"/>
                  </a:cubicBezTo>
                  <a:cubicBezTo>
                    <a:pt x="32657" y="683000"/>
                    <a:pt x="7464" y="730586"/>
                    <a:pt x="16795" y="773507"/>
                  </a:cubicBezTo>
                  <a:cubicBezTo>
                    <a:pt x="27991" y="823893"/>
                    <a:pt x="23326" y="876144"/>
                    <a:pt x="16795" y="927462"/>
                  </a:cubicBezTo>
                  <a:cubicBezTo>
                    <a:pt x="11196" y="976915"/>
                    <a:pt x="13995" y="1028233"/>
                    <a:pt x="16795" y="1077685"/>
                  </a:cubicBezTo>
                  <a:cubicBezTo>
                    <a:pt x="19594" y="1119673"/>
                    <a:pt x="19594" y="1162594"/>
                    <a:pt x="16795" y="1204582"/>
                  </a:cubicBezTo>
                  <a:cubicBezTo>
                    <a:pt x="13995" y="1251235"/>
                    <a:pt x="1866" y="1299754"/>
                    <a:pt x="16795" y="1343608"/>
                  </a:cubicBezTo>
                  <a:cubicBezTo>
                    <a:pt x="19594" y="1276427"/>
                    <a:pt x="53184" y="1212979"/>
                    <a:pt x="60648" y="1145799"/>
                  </a:cubicBezTo>
                  <a:cubicBezTo>
                    <a:pt x="69046" y="1079551"/>
                    <a:pt x="106368" y="1017036"/>
                    <a:pt x="103569" y="950789"/>
                  </a:cubicBezTo>
                  <a:cubicBezTo>
                    <a:pt x="100770" y="874278"/>
                    <a:pt x="133427" y="800566"/>
                    <a:pt x="153955" y="725921"/>
                  </a:cubicBezTo>
                  <a:cubicBezTo>
                    <a:pt x="170750" y="666205"/>
                    <a:pt x="174482" y="603690"/>
                    <a:pt x="194076" y="544907"/>
                  </a:cubicBezTo>
                  <a:cubicBezTo>
                    <a:pt x="217403" y="477727"/>
                    <a:pt x="239796" y="407747"/>
                    <a:pt x="240729" y="335902"/>
                  </a:cubicBezTo>
                  <a:cubicBezTo>
                    <a:pt x="225800" y="281784"/>
                    <a:pt x="232332" y="223934"/>
                    <a:pt x="240729" y="167951"/>
                  </a:cubicBezTo>
                  <a:cubicBezTo>
                    <a:pt x="249127" y="112900"/>
                    <a:pt x="249127" y="55050"/>
                    <a:pt x="240729" y="0"/>
                  </a:cubicBezTo>
                  <a:cubicBezTo>
                    <a:pt x="195009" y="32657"/>
                    <a:pt x="144624" y="68113"/>
                    <a:pt x="121297" y="119431"/>
                  </a:cubicBezTo>
                  <a:cubicBezTo>
                    <a:pt x="100770" y="164218"/>
                    <a:pt x="47586" y="185679"/>
                    <a:pt x="16795" y="223934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2448352" y="3562427"/>
              <a:ext cx="1272695" cy="1256833"/>
            </a:xfrm>
            <a:custGeom>
              <a:avLst/>
              <a:gdLst/>
              <a:ahLst/>
              <a:cxnLst/>
              <a:rect l="0" t="0" r="0" b="0"/>
              <a:pathLst>
                <a:path w="1272695" h="1256833">
                  <a:moveTo>
                    <a:pt x="1022635" y="244462"/>
                  </a:moveTo>
                  <a:lnTo>
                    <a:pt x="688888" y="244462"/>
                  </a:lnTo>
                  <a:lnTo>
                    <a:pt x="14928" y="393751"/>
                  </a:lnTo>
                  <a:lnTo>
                    <a:pt x="14928" y="20527"/>
                  </a:lnTo>
                  <a:lnTo>
                    <a:pt x="1246569" y="20527"/>
                  </a:lnTo>
                  <a:lnTo>
                    <a:pt x="1246569" y="1252168"/>
                  </a:lnTo>
                  <a:lnTo>
                    <a:pt x="873345" y="1252168"/>
                  </a:lnTo>
                  <a:lnTo>
                    <a:pt x="1022635" y="580364"/>
                  </a:lnTo>
                  <a:close/>
                  <a:moveTo>
                    <a:pt x="1022635" y="244462"/>
                  </a:moveTo>
                  <a:cubicBezTo>
                    <a:pt x="1038497" y="355496"/>
                    <a:pt x="1019835" y="468396"/>
                    <a:pt x="1022635" y="580364"/>
                  </a:cubicBezTo>
                  <a:cubicBezTo>
                    <a:pt x="959186" y="800566"/>
                    <a:pt x="934927" y="1031032"/>
                    <a:pt x="873345" y="1252168"/>
                  </a:cubicBezTo>
                  <a:cubicBezTo>
                    <a:pt x="997442" y="1256833"/>
                    <a:pt x="1122472" y="1250302"/>
                    <a:pt x="1246569" y="1252168"/>
                  </a:cubicBezTo>
                  <a:cubicBezTo>
                    <a:pt x="1257766" y="1106610"/>
                    <a:pt x="1230707" y="959186"/>
                    <a:pt x="1246569" y="813629"/>
                  </a:cubicBezTo>
                  <a:cubicBezTo>
                    <a:pt x="1261498" y="673670"/>
                    <a:pt x="1240038" y="531844"/>
                    <a:pt x="1246569" y="391885"/>
                  </a:cubicBezTo>
                  <a:cubicBezTo>
                    <a:pt x="1252168" y="268721"/>
                    <a:pt x="1252168" y="144624"/>
                    <a:pt x="1246569" y="20527"/>
                  </a:cubicBezTo>
                  <a:cubicBezTo>
                    <a:pt x="1099146" y="27058"/>
                    <a:pt x="950789" y="22393"/>
                    <a:pt x="803365" y="20527"/>
                  </a:cubicBezTo>
                  <a:cubicBezTo>
                    <a:pt x="674603" y="18661"/>
                    <a:pt x="545840" y="29857"/>
                    <a:pt x="418011" y="20527"/>
                  </a:cubicBezTo>
                  <a:cubicBezTo>
                    <a:pt x="284583" y="10263"/>
                    <a:pt x="149289" y="18661"/>
                    <a:pt x="14928" y="20527"/>
                  </a:cubicBezTo>
                  <a:cubicBezTo>
                    <a:pt x="6531" y="144624"/>
                    <a:pt x="9330" y="269654"/>
                    <a:pt x="14928" y="393751"/>
                  </a:cubicBezTo>
                  <a:cubicBezTo>
                    <a:pt x="241662" y="352697"/>
                    <a:pt x="467463" y="306977"/>
                    <a:pt x="688599" y="244462"/>
                  </a:cubicBezTo>
                  <a:cubicBezTo>
                    <a:pt x="799633" y="249127"/>
                    <a:pt x="911600" y="252859"/>
                    <a:pt x="1022635" y="244462"/>
                  </a:cubicBezTo>
                  <a:moveTo>
                    <a:pt x="1022635" y="244462"/>
                  </a:moveTo>
                  <a:cubicBezTo>
                    <a:pt x="1036631" y="292981"/>
                    <a:pt x="1020768" y="346165"/>
                    <a:pt x="1022635" y="397484"/>
                  </a:cubicBezTo>
                  <a:cubicBezTo>
                    <a:pt x="1024501" y="458133"/>
                    <a:pt x="1026367" y="519715"/>
                    <a:pt x="1022635" y="580364"/>
                  </a:cubicBezTo>
                  <a:cubicBezTo>
                    <a:pt x="1021702" y="655942"/>
                    <a:pt x="962919" y="726854"/>
                    <a:pt x="973182" y="802432"/>
                  </a:cubicBezTo>
                  <a:cubicBezTo>
                    <a:pt x="983446" y="873345"/>
                    <a:pt x="950789" y="945191"/>
                    <a:pt x="926529" y="1012371"/>
                  </a:cubicBezTo>
                  <a:cubicBezTo>
                    <a:pt x="899471" y="1089815"/>
                    <a:pt x="886408" y="1170991"/>
                    <a:pt x="873345" y="1252168"/>
                  </a:cubicBezTo>
                  <a:cubicBezTo>
                    <a:pt x="990911" y="1212046"/>
                    <a:pt x="1122472" y="1249368"/>
                    <a:pt x="1246569" y="1252168"/>
                  </a:cubicBezTo>
                  <a:cubicBezTo>
                    <a:pt x="1228841" y="1156062"/>
                    <a:pt x="1253101" y="1056225"/>
                    <a:pt x="1246569" y="958253"/>
                  </a:cubicBezTo>
                  <a:cubicBezTo>
                    <a:pt x="1239105" y="853751"/>
                    <a:pt x="1272695" y="744582"/>
                    <a:pt x="1246569" y="642879"/>
                  </a:cubicBezTo>
                  <a:cubicBezTo>
                    <a:pt x="1220444" y="544907"/>
                    <a:pt x="1240971" y="438538"/>
                    <a:pt x="1246569" y="336835"/>
                  </a:cubicBezTo>
                  <a:cubicBezTo>
                    <a:pt x="1252168" y="231399"/>
                    <a:pt x="1235373" y="125963"/>
                    <a:pt x="1246569" y="20527"/>
                  </a:cubicBezTo>
                  <a:cubicBezTo>
                    <a:pt x="1183121" y="11196"/>
                    <a:pt x="1116874" y="6531"/>
                    <a:pt x="1053426" y="20527"/>
                  </a:cubicBezTo>
                  <a:cubicBezTo>
                    <a:pt x="1001174" y="31724"/>
                    <a:pt x="944257" y="6531"/>
                    <a:pt x="892939" y="20527"/>
                  </a:cubicBezTo>
                  <a:cubicBezTo>
                    <a:pt x="837888" y="35456"/>
                    <a:pt x="778173" y="12129"/>
                    <a:pt x="722189" y="20527"/>
                  </a:cubicBezTo>
                  <a:cubicBezTo>
                    <a:pt x="664339" y="29857"/>
                    <a:pt x="600891" y="0"/>
                    <a:pt x="545840" y="20527"/>
                  </a:cubicBezTo>
                  <a:cubicBezTo>
                    <a:pt x="490790" y="41054"/>
                    <a:pt x="426408" y="30791"/>
                    <a:pt x="368559" y="20527"/>
                  </a:cubicBezTo>
                  <a:cubicBezTo>
                    <a:pt x="306977" y="9330"/>
                    <a:pt x="242595" y="13062"/>
                    <a:pt x="180080" y="20527"/>
                  </a:cubicBezTo>
                  <a:cubicBezTo>
                    <a:pt x="125030" y="27058"/>
                    <a:pt x="69046" y="28924"/>
                    <a:pt x="14928" y="20527"/>
                  </a:cubicBezTo>
                  <a:cubicBezTo>
                    <a:pt x="0" y="57849"/>
                    <a:pt x="19594" y="100770"/>
                    <a:pt x="14928" y="140892"/>
                  </a:cubicBezTo>
                  <a:cubicBezTo>
                    <a:pt x="10263" y="181946"/>
                    <a:pt x="933" y="226733"/>
                    <a:pt x="14928" y="266855"/>
                  </a:cubicBezTo>
                  <a:cubicBezTo>
                    <a:pt x="29857" y="306044"/>
                    <a:pt x="28924" y="353630"/>
                    <a:pt x="14928" y="393751"/>
                  </a:cubicBezTo>
                  <a:cubicBezTo>
                    <a:pt x="75577" y="354563"/>
                    <a:pt x="157687" y="372291"/>
                    <a:pt x="225800" y="347098"/>
                  </a:cubicBezTo>
                  <a:cubicBezTo>
                    <a:pt x="302311" y="319106"/>
                    <a:pt x="382555" y="302311"/>
                    <a:pt x="463731" y="293914"/>
                  </a:cubicBezTo>
                  <a:cubicBezTo>
                    <a:pt x="540242" y="286449"/>
                    <a:pt x="613021" y="233265"/>
                    <a:pt x="688599" y="244462"/>
                  </a:cubicBezTo>
                  <a:cubicBezTo>
                    <a:pt x="740850" y="244462"/>
                    <a:pt x="795901" y="263123"/>
                    <a:pt x="843487" y="244462"/>
                  </a:cubicBezTo>
                  <a:cubicBezTo>
                    <a:pt x="899471" y="223001"/>
                    <a:pt x="962919" y="236997"/>
                    <a:pt x="1022635" y="244462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104053" y="4007497"/>
              <a:ext cx="1160728" cy="1159795"/>
            </a:xfrm>
            <a:custGeom>
              <a:avLst/>
              <a:gdLst/>
              <a:ahLst/>
              <a:cxnLst/>
              <a:rect l="0" t="0" r="0" b="0"/>
              <a:pathLst>
                <a:path w="1160728" h="1159795">
                  <a:moveTo>
                    <a:pt x="23326" y="1143000"/>
                  </a:moveTo>
                  <a:lnTo>
                    <a:pt x="23326" y="23326"/>
                  </a:lnTo>
                  <a:lnTo>
                    <a:pt x="1143000" y="23326"/>
                  </a:lnTo>
                  <a:lnTo>
                    <a:pt x="1143000" y="1143000"/>
                  </a:lnTo>
                  <a:close/>
                  <a:moveTo>
                    <a:pt x="23326" y="1143000"/>
                  </a:moveTo>
                  <a:cubicBezTo>
                    <a:pt x="32657" y="1020768"/>
                    <a:pt x="29857" y="898537"/>
                    <a:pt x="23326" y="776306"/>
                  </a:cubicBezTo>
                  <a:cubicBezTo>
                    <a:pt x="16795" y="659674"/>
                    <a:pt x="27991" y="543041"/>
                    <a:pt x="23326" y="426408"/>
                  </a:cubicBezTo>
                  <a:cubicBezTo>
                    <a:pt x="17728" y="292048"/>
                    <a:pt x="21460" y="157687"/>
                    <a:pt x="23326" y="23326"/>
                  </a:cubicBezTo>
                  <a:cubicBezTo>
                    <a:pt x="197808" y="29857"/>
                    <a:pt x="374157" y="9330"/>
                    <a:pt x="547706" y="23326"/>
                  </a:cubicBezTo>
                  <a:cubicBezTo>
                    <a:pt x="745515" y="39188"/>
                    <a:pt x="945191" y="12129"/>
                    <a:pt x="1143000" y="23326"/>
                  </a:cubicBezTo>
                  <a:cubicBezTo>
                    <a:pt x="1138334" y="225800"/>
                    <a:pt x="1155129" y="429208"/>
                    <a:pt x="1143000" y="631682"/>
                  </a:cubicBezTo>
                  <a:cubicBezTo>
                    <a:pt x="1132736" y="801499"/>
                    <a:pt x="1144866" y="972249"/>
                    <a:pt x="1143000" y="1143000"/>
                  </a:cubicBezTo>
                  <a:cubicBezTo>
                    <a:pt x="953588" y="1131803"/>
                    <a:pt x="764177" y="1140200"/>
                    <a:pt x="573832" y="1143000"/>
                  </a:cubicBezTo>
                  <a:cubicBezTo>
                    <a:pt x="390952" y="1145799"/>
                    <a:pt x="206206" y="1127137"/>
                    <a:pt x="23326" y="1143000"/>
                  </a:cubicBezTo>
                  <a:moveTo>
                    <a:pt x="23326" y="1143000"/>
                  </a:moveTo>
                  <a:cubicBezTo>
                    <a:pt x="63448" y="1129004"/>
                    <a:pt x="108235" y="1143933"/>
                    <a:pt x="150222" y="1143000"/>
                  </a:cubicBezTo>
                  <a:cubicBezTo>
                    <a:pt x="201541" y="1141133"/>
                    <a:pt x="251926" y="1139267"/>
                    <a:pt x="302311" y="1143000"/>
                  </a:cubicBezTo>
                  <a:cubicBezTo>
                    <a:pt x="348964" y="1145799"/>
                    <a:pt x="398417" y="1159795"/>
                    <a:pt x="441337" y="1143000"/>
                  </a:cubicBezTo>
                  <a:cubicBezTo>
                    <a:pt x="482392" y="1127137"/>
                    <a:pt x="529978" y="1152330"/>
                    <a:pt x="572899" y="1143000"/>
                  </a:cubicBezTo>
                  <a:cubicBezTo>
                    <a:pt x="623284" y="1131803"/>
                    <a:pt x="675536" y="1137401"/>
                    <a:pt x="726854" y="1143000"/>
                  </a:cubicBezTo>
                  <a:cubicBezTo>
                    <a:pt x="776306" y="1148598"/>
                    <a:pt x="827625" y="1145799"/>
                    <a:pt x="877077" y="1143000"/>
                  </a:cubicBezTo>
                  <a:cubicBezTo>
                    <a:pt x="919065" y="1140200"/>
                    <a:pt x="961986" y="1140200"/>
                    <a:pt x="1003973" y="1143000"/>
                  </a:cubicBezTo>
                  <a:cubicBezTo>
                    <a:pt x="1050626" y="1145799"/>
                    <a:pt x="1099146" y="1157928"/>
                    <a:pt x="1143000" y="1143000"/>
                  </a:cubicBezTo>
                  <a:cubicBezTo>
                    <a:pt x="1129937" y="1071154"/>
                    <a:pt x="1149531" y="995576"/>
                    <a:pt x="1143000" y="922797"/>
                  </a:cubicBezTo>
                  <a:cubicBezTo>
                    <a:pt x="1136468" y="850951"/>
                    <a:pt x="1160728" y="776306"/>
                    <a:pt x="1143000" y="707260"/>
                  </a:cubicBezTo>
                  <a:cubicBezTo>
                    <a:pt x="1121539" y="626084"/>
                    <a:pt x="1138334" y="540242"/>
                    <a:pt x="1143000" y="457200"/>
                  </a:cubicBezTo>
                  <a:cubicBezTo>
                    <a:pt x="1146732" y="390019"/>
                    <a:pt x="1135535" y="321906"/>
                    <a:pt x="1143000" y="255658"/>
                  </a:cubicBezTo>
                  <a:cubicBezTo>
                    <a:pt x="1151397" y="178214"/>
                    <a:pt x="1158862" y="98904"/>
                    <a:pt x="1143000" y="23326"/>
                  </a:cubicBezTo>
                  <a:cubicBezTo>
                    <a:pt x="1083284" y="39188"/>
                    <a:pt x="1017969" y="32657"/>
                    <a:pt x="956387" y="23326"/>
                  </a:cubicBezTo>
                  <a:cubicBezTo>
                    <a:pt x="894805" y="13995"/>
                    <a:pt x="831357" y="13995"/>
                    <a:pt x="769775" y="23326"/>
                  </a:cubicBezTo>
                  <a:cubicBezTo>
                    <a:pt x="704461" y="33590"/>
                    <a:pt x="632615" y="0"/>
                    <a:pt x="570100" y="23326"/>
                  </a:cubicBezTo>
                  <a:cubicBezTo>
                    <a:pt x="518782" y="42920"/>
                    <a:pt x="459999" y="32657"/>
                    <a:pt x="405881" y="23326"/>
                  </a:cubicBezTo>
                  <a:cubicBezTo>
                    <a:pt x="345232" y="13062"/>
                    <a:pt x="282717" y="16795"/>
                    <a:pt x="221135" y="23326"/>
                  </a:cubicBezTo>
                  <a:cubicBezTo>
                    <a:pt x="155821" y="30791"/>
                    <a:pt x="88640" y="33590"/>
                    <a:pt x="23326" y="23326"/>
                  </a:cubicBezTo>
                  <a:cubicBezTo>
                    <a:pt x="0" y="80243"/>
                    <a:pt x="30791" y="147423"/>
                    <a:pt x="23326" y="208072"/>
                  </a:cubicBezTo>
                  <a:cubicBezTo>
                    <a:pt x="16795" y="265922"/>
                    <a:pt x="3732" y="328437"/>
                    <a:pt x="23326" y="383488"/>
                  </a:cubicBezTo>
                  <a:cubicBezTo>
                    <a:pt x="45720" y="445070"/>
                    <a:pt x="45720" y="517848"/>
                    <a:pt x="23326" y="579431"/>
                  </a:cubicBezTo>
                  <a:cubicBezTo>
                    <a:pt x="3732" y="633548"/>
                    <a:pt x="15862" y="695130"/>
                    <a:pt x="23326" y="752047"/>
                  </a:cubicBezTo>
                  <a:cubicBezTo>
                    <a:pt x="31724" y="811763"/>
                    <a:pt x="2799" y="876144"/>
                    <a:pt x="23326" y="933061"/>
                  </a:cubicBezTo>
                  <a:cubicBezTo>
                    <a:pt x="47586" y="999308"/>
                    <a:pt x="32657" y="1073953"/>
                    <a:pt x="23326" y="1143000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668555" y="1779348"/>
            <a:ext cx="1567542" cy="1567542"/>
            <a:chOff x="2127379" y="1343608"/>
            <a:chExt cx="1567542" cy="1567542"/>
          </a:xfrm>
        </p:grpSpPr>
        <p:sp>
          <p:nvSpPr>
            <p:cNvPr id="33" name="Rounded Rectangle 32"/>
            <p:cNvSpPr/>
            <p:nvPr/>
          </p:nvSpPr>
          <p:spPr>
            <a:xfrm>
              <a:off x="2127379" y="2463281"/>
              <a:ext cx="1343608" cy="223934"/>
            </a:xfrm>
            <a:custGeom>
              <a:avLst/>
              <a:gdLst/>
              <a:ahLst/>
              <a:cxnLst/>
              <a:rect l="0" t="0" r="0" b="0"/>
              <a:pathLst>
                <a:path w="1343608" h="223934">
                  <a:moveTo>
                    <a:pt x="1119673" y="0"/>
                  </a:moveTo>
                  <a:lnTo>
                    <a:pt x="1343608" y="223934"/>
                  </a:lnTo>
                  <a:lnTo>
                    <a:pt x="1007706" y="223934"/>
                  </a:lnTo>
                  <a:lnTo>
                    <a:pt x="0" y="0"/>
                  </a:lnTo>
                  <a:lnTo>
                    <a:pt x="1119673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47053" y="1343608"/>
              <a:ext cx="223934" cy="1343608"/>
            </a:xfrm>
            <a:custGeom>
              <a:avLst/>
              <a:gdLst/>
              <a:ahLst/>
              <a:cxnLst/>
              <a:rect l="0" t="0" r="0" b="0"/>
              <a:pathLst>
                <a:path w="223934" h="1343608">
                  <a:moveTo>
                    <a:pt x="0" y="1119673"/>
                  </a:moveTo>
                  <a:lnTo>
                    <a:pt x="0" y="0"/>
                  </a:lnTo>
                  <a:lnTo>
                    <a:pt x="223934" y="1007706"/>
                  </a:lnTo>
                  <a:lnTo>
                    <a:pt x="223934" y="1343608"/>
                  </a:lnTo>
                  <a:lnTo>
                    <a:pt x="0" y="111967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463281" y="1679510"/>
              <a:ext cx="1231640" cy="1231640"/>
            </a:xfrm>
            <a:custGeom>
              <a:avLst/>
              <a:gdLst/>
              <a:ahLst/>
              <a:cxnLst/>
              <a:rect l="0" t="0" r="0" b="0"/>
              <a:pathLst>
                <a:path w="1231640" h="1231640">
                  <a:moveTo>
                    <a:pt x="1007706" y="1007706"/>
                  </a:moveTo>
                  <a:lnTo>
                    <a:pt x="1007706" y="671804"/>
                  </a:lnTo>
                  <a:lnTo>
                    <a:pt x="858416" y="0"/>
                  </a:lnTo>
                  <a:lnTo>
                    <a:pt x="1231640" y="0"/>
                  </a:lnTo>
                  <a:lnTo>
                    <a:pt x="1231640" y="1231640"/>
                  </a:lnTo>
                  <a:lnTo>
                    <a:pt x="0" y="1231640"/>
                  </a:lnTo>
                  <a:lnTo>
                    <a:pt x="0" y="858416"/>
                  </a:lnTo>
                  <a:lnTo>
                    <a:pt x="673959" y="1007706"/>
                  </a:lnTo>
                  <a:lnTo>
                    <a:pt x="1007706" y="100770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127379" y="1343608"/>
              <a:ext cx="1119673" cy="1119673"/>
            </a:xfrm>
            <a:custGeom>
              <a:avLst/>
              <a:gdLst/>
              <a:ahLst/>
              <a:cxnLst/>
              <a:rect l="0" t="0" r="0" b="0"/>
              <a:pathLst>
                <a:path w="1119673" h="1119673">
                  <a:moveTo>
                    <a:pt x="0" y="0"/>
                  </a:moveTo>
                  <a:lnTo>
                    <a:pt x="1119673" y="0"/>
                  </a:lnTo>
                  <a:lnTo>
                    <a:pt x="1119673" y="1119673"/>
                  </a:lnTo>
                  <a:lnTo>
                    <a:pt x="0" y="1119673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642429" y="1756954"/>
            <a:ext cx="1606732" cy="1616061"/>
            <a:chOff x="2101253" y="1321214"/>
            <a:chExt cx="1606732" cy="1616061"/>
          </a:xfrm>
        </p:grpSpPr>
        <p:sp>
          <p:nvSpPr>
            <p:cNvPr id="38" name="Rounded Rectangle 37"/>
            <p:cNvSpPr/>
            <p:nvPr/>
          </p:nvSpPr>
          <p:spPr>
            <a:xfrm>
              <a:off x="2127379" y="2442754"/>
              <a:ext cx="1343608" cy="244462"/>
            </a:xfrm>
            <a:custGeom>
              <a:avLst/>
              <a:gdLst/>
              <a:ahLst/>
              <a:cxnLst/>
              <a:rect l="0" t="0" r="0" b="0"/>
              <a:pathLst>
                <a:path w="1343608" h="244462">
                  <a:moveTo>
                    <a:pt x="1119673" y="20527"/>
                  </a:moveTo>
                  <a:lnTo>
                    <a:pt x="0" y="20527"/>
                  </a:lnTo>
                  <a:lnTo>
                    <a:pt x="1007706" y="244462"/>
                  </a:lnTo>
                  <a:lnTo>
                    <a:pt x="1343608" y="244462"/>
                  </a:lnTo>
                  <a:close/>
                  <a:moveTo>
                    <a:pt x="1119673" y="20527"/>
                  </a:moveTo>
                  <a:cubicBezTo>
                    <a:pt x="916266" y="31724"/>
                    <a:pt x="710992" y="32657"/>
                    <a:pt x="507585" y="20527"/>
                  </a:cubicBezTo>
                  <a:cubicBezTo>
                    <a:pt x="338701" y="10263"/>
                    <a:pt x="167951" y="36389"/>
                    <a:pt x="0" y="20527"/>
                  </a:cubicBezTo>
                  <a:cubicBezTo>
                    <a:pt x="181946" y="50385"/>
                    <a:pt x="357362" y="118498"/>
                    <a:pt x="540242" y="140892"/>
                  </a:cubicBezTo>
                  <a:cubicBezTo>
                    <a:pt x="698862" y="159553"/>
                    <a:pt x="854684" y="198742"/>
                    <a:pt x="1007706" y="244462"/>
                  </a:cubicBezTo>
                  <a:cubicBezTo>
                    <a:pt x="1118740" y="228600"/>
                    <a:pt x="1231640" y="241662"/>
                    <a:pt x="1343608" y="244462"/>
                  </a:cubicBezTo>
                  <a:cubicBezTo>
                    <a:pt x="1269896" y="168884"/>
                    <a:pt x="1202715" y="84908"/>
                    <a:pt x="1119673" y="20527"/>
                  </a:cubicBezTo>
                  <a:moveTo>
                    <a:pt x="1119673" y="20527"/>
                  </a:moveTo>
                  <a:cubicBezTo>
                    <a:pt x="1168192" y="41987"/>
                    <a:pt x="1201782" y="90506"/>
                    <a:pt x="1233506" y="134360"/>
                  </a:cubicBezTo>
                  <a:cubicBezTo>
                    <a:pt x="1263364" y="176348"/>
                    <a:pt x="1311884" y="203407"/>
                    <a:pt x="1343608" y="244462"/>
                  </a:cubicBezTo>
                  <a:cubicBezTo>
                    <a:pt x="1234440" y="221135"/>
                    <a:pt x="1119673" y="243528"/>
                    <a:pt x="1007706" y="244462"/>
                  </a:cubicBezTo>
                  <a:cubicBezTo>
                    <a:pt x="958253" y="213671"/>
                    <a:pt x="894805" y="196875"/>
                    <a:pt x="836955" y="206206"/>
                  </a:cubicBezTo>
                  <a:cubicBezTo>
                    <a:pt x="780039" y="215537"/>
                    <a:pt x="725921" y="165151"/>
                    <a:pt x="669004" y="168884"/>
                  </a:cubicBezTo>
                  <a:cubicBezTo>
                    <a:pt x="617686" y="172616"/>
                    <a:pt x="567301" y="151155"/>
                    <a:pt x="517848" y="135293"/>
                  </a:cubicBezTo>
                  <a:cubicBezTo>
                    <a:pt x="466530" y="119431"/>
                    <a:pt x="414279" y="95172"/>
                    <a:pt x="361094" y="100770"/>
                  </a:cubicBezTo>
                  <a:cubicBezTo>
                    <a:pt x="299512" y="106368"/>
                    <a:pt x="236997" y="83975"/>
                    <a:pt x="179147" y="60648"/>
                  </a:cubicBezTo>
                  <a:cubicBezTo>
                    <a:pt x="123164" y="36389"/>
                    <a:pt x="61582" y="15862"/>
                    <a:pt x="0" y="20527"/>
                  </a:cubicBezTo>
                  <a:cubicBezTo>
                    <a:pt x="99837" y="933"/>
                    <a:pt x="205273" y="34523"/>
                    <a:pt x="306044" y="20527"/>
                  </a:cubicBezTo>
                  <a:cubicBezTo>
                    <a:pt x="390952" y="8397"/>
                    <a:pt x="479593" y="0"/>
                    <a:pt x="561702" y="20527"/>
                  </a:cubicBezTo>
                  <a:cubicBezTo>
                    <a:pt x="658741" y="44786"/>
                    <a:pt x="764177" y="40121"/>
                    <a:pt x="862148" y="20527"/>
                  </a:cubicBezTo>
                  <a:cubicBezTo>
                    <a:pt x="946124" y="3732"/>
                    <a:pt x="1038497" y="48519"/>
                    <a:pt x="1119673" y="20527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224659" y="1343608"/>
              <a:ext cx="246328" cy="1343608"/>
            </a:xfrm>
            <a:custGeom>
              <a:avLst/>
              <a:gdLst/>
              <a:ahLst/>
              <a:cxnLst/>
              <a:rect l="0" t="0" r="0" b="0"/>
              <a:pathLst>
                <a:path w="246328" h="1343608">
                  <a:moveTo>
                    <a:pt x="22393" y="1119673"/>
                  </a:moveTo>
                  <a:lnTo>
                    <a:pt x="246328" y="1343608"/>
                  </a:lnTo>
                  <a:lnTo>
                    <a:pt x="246328" y="1007706"/>
                  </a:lnTo>
                  <a:lnTo>
                    <a:pt x="22393" y="0"/>
                  </a:lnTo>
                  <a:close/>
                  <a:moveTo>
                    <a:pt x="22393" y="1119673"/>
                  </a:moveTo>
                  <a:cubicBezTo>
                    <a:pt x="89573" y="1200849"/>
                    <a:pt x="164218" y="1277360"/>
                    <a:pt x="246328" y="1343608"/>
                  </a:cubicBezTo>
                  <a:cubicBezTo>
                    <a:pt x="236064" y="1232573"/>
                    <a:pt x="236064" y="1118740"/>
                    <a:pt x="246328" y="1007706"/>
                  </a:cubicBezTo>
                  <a:cubicBezTo>
                    <a:pt x="217403" y="825759"/>
                    <a:pt x="163285" y="648477"/>
                    <a:pt x="125963" y="467463"/>
                  </a:cubicBezTo>
                  <a:cubicBezTo>
                    <a:pt x="94239" y="310709"/>
                    <a:pt x="72778" y="151155"/>
                    <a:pt x="22393" y="0"/>
                  </a:cubicBezTo>
                  <a:cubicBezTo>
                    <a:pt x="40121" y="184746"/>
                    <a:pt x="23326" y="371358"/>
                    <a:pt x="22393" y="557037"/>
                  </a:cubicBezTo>
                  <a:cubicBezTo>
                    <a:pt x="21460" y="744582"/>
                    <a:pt x="9330" y="932128"/>
                    <a:pt x="22393" y="1119673"/>
                  </a:cubicBezTo>
                  <a:moveTo>
                    <a:pt x="22393" y="1119673"/>
                  </a:moveTo>
                  <a:cubicBezTo>
                    <a:pt x="0" y="1060890"/>
                    <a:pt x="12129" y="992777"/>
                    <a:pt x="22393" y="930262"/>
                  </a:cubicBezTo>
                  <a:cubicBezTo>
                    <a:pt x="32657" y="864014"/>
                    <a:pt x="15862" y="794968"/>
                    <a:pt x="22393" y="728720"/>
                  </a:cubicBezTo>
                  <a:cubicBezTo>
                    <a:pt x="27991" y="669004"/>
                    <a:pt x="22393" y="610222"/>
                    <a:pt x="22393" y="550506"/>
                  </a:cubicBezTo>
                  <a:cubicBezTo>
                    <a:pt x="22393" y="488924"/>
                    <a:pt x="9330" y="424542"/>
                    <a:pt x="22393" y="363893"/>
                  </a:cubicBezTo>
                  <a:cubicBezTo>
                    <a:pt x="35456" y="304177"/>
                    <a:pt x="44786" y="237930"/>
                    <a:pt x="22393" y="181013"/>
                  </a:cubicBezTo>
                  <a:cubicBezTo>
                    <a:pt x="0" y="125030"/>
                    <a:pt x="1866" y="56916"/>
                    <a:pt x="22393" y="0"/>
                  </a:cubicBezTo>
                  <a:cubicBezTo>
                    <a:pt x="26125" y="39188"/>
                    <a:pt x="28924" y="80243"/>
                    <a:pt x="47586" y="114766"/>
                  </a:cubicBezTo>
                  <a:cubicBezTo>
                    <a:pt x="69046" y="153022"/>
                    <a:pt x="54117" y="205273"/>
                    <a:pt x="76511" y="242595"/>
                  </a:cubicBezTo>
                  <a:cubicBezTo>
                    <a:pt x="99837" y="283650"/>
                    <a:pt x="107302" y="334035"/>
                    <a:pt x="107302" y="380688"/>
                  </a:cubicBezTo>
                  <a:cubicBezTo>
                    <a:pt x="106368" y="427342"/>
                    <a:pt x="114766" y="476794"/>
                    <a:pt x="137159" y="517848"/>
                  </a:cubicBezTo>
                  <a:cubicBezTo>
                    <a:pt x="156754" y="552372"/>
                    <a:pt x="149289" y="596226"/>
                    <a:pt x="163285" y="633548"/>
                  </a:cubicBezTo>
                  <a:cubicBezTo>
                    <a:pt x="179147" y="676469"/>
                    <a:pt x="169817" y="727787"/>
                    <a:pt x="193143" y="767909"/>
                  </a:cubicBezTo>
                  <a:cubicBezTo>
                    <a:pt x="214604" y="803365"/>
                    <a:pt x="221135" y="848152"/>
                    <a:pt x="220202" y="890140"/>
                  </a:cubicBezTo>
                  <a:cubicBezTo>
                    <a:pt x="219269" y="930262"/>
                    <a:pt x="230466" y="971316"/>
                    <a:pt x="246328" y="1007706"/>
                  </a:cubicBezTo>
                  <a:cubicBezTo>
                    <a:pt x="231399" y="1118740"/>
                    <a:pt x="209938" y="1237239"/>
                    <a:pt x="246328" y="1343608"/>
                  </a:cubicBezTo>
                  <a:cubicBezTo>
                    <a:pt x="199675" y="1311884"/>
                    <a:pt x="175415" y="1253101"/>
                    <a:pt x="126896" y="1224176"/>
                  </a:cubicBezTo>
                  <a:cubicBezTo>
                    <a:pt x="84908" y="1198983"/>
                    <a:pt x="43853" y="1164460"/>
                    <a:pt x="22393" y="1119673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2439022" y="1658049"/>
              <a:ext cx="1268963" cy="1279226"/>
            </a:xfrm>
            <a:custGeom>
              <a:avLst/>
              <a:gdLst/>
              <a:ahLst/>
              <a:cxnLst/>
              <a:rect l="0" t="0" r="0" b="0"/>
              <a:pathLst>
                <a:path w="1268963" h="1279226">
                  <a:moveTo>
                    <a:pt x="1031965" y="1029166"/>
                  </a:moveTo>
                  <a:lnTo>
                    <a:pt x="698219" y="1029166"/>
                  </a:lnTo>
                  <a:lnTo>
                    <a:pt x="24259" y="879876"/>
                  </a:lnTo>
                  <a:lnTo>
                    <a:pt x="24259" y="1253101"/>
                  </a:lnTo>
                  <a:lnTo>
                    <a:pt x="1255900" y="1253101"/>
                  </a:lnTo>
                  <a:lnTo>
                    <a:pt x="1255900" y="21460"/>
                  </a:lnTo>
                  <a:lnTo>
                    <a:pt x="882675" y="21460"/>
                  </a:lnTo>
                  <a:lnTo>
                    <a:pt x="1031965" y="693264"/>
                  </a:lnTo>
                  <a:close/>
                  <a:moveTo>
                    <a:pt x="1031965" y="1029166"/>
                  </a:moveTo>
                  <a:cubicBezTo>
                    <a:pt x="1018902" y="918132"/>
                    <a:pt x="1031032" y="805231"/>
                    <a:pt x="1031965" y="693264"/>
                  </a:cubicBezTo>
                  <a:cubicBezTo>
                    <a:pt x="984379" y="468396"/>
                    <a:pt x="948923" y="240729"/>
                    <a:pt x="882675" y="21460"/>
                  </a:cubicBezTo>
                  <a:cubicBezTo>
                    <a:pt x="1006773" y="32657"/>
                    <a:pt x="1132736" y="37322"/>
                    <a:pt x="1255900" y="21460"/>
                  </a:cubicBezTo>
                  <a:cubicBezTo>
                    <a:pt x="1245636" y="154888"/>
                    <a:pt x="1245636" y="288315"/>
                    <a:pt x="1255900" y="421743"/>
                  </a:cubicBezTo>
                  <a:cubicBezTo>
                    <a:pt x="1266164" y="546773"/>
                    <a:pt x="1268030" y="672737"/>
                    <a:pt x="1255900" y="797767"/>
                  </a:cubicBezTo>
                  <a:cubicBezTo>
                    <a:pt x="1241904" y="948923"/>
                    <a:pt x="1244703" y="1101945"/>
                    <a:pt x="1255900" y="1253101"/>
                  </a:cubicBezTo>
                  <a:cubicBezTo>
                    <a:pt x="1047827" y="1266164"/>
                    <a:pt x="839755" y="1255900"/>
                    <a:pt x="631682" y="1253101"/>
                  </a:cubicBezTo>
                  <a:cubicBezTo>
                    <a:pt x="429208" y="1250302"/>
                    <a:pt x="225800" y="1234440"/>
                    <a:pt x="24259" y="1253101"/>
                  </a:cubicBezTo>
                  <a:cubicBezTo>
                    <a:pt x="24259" y="1129004"/>
                    <a:pt x="35456" y="1003973"/>
                    <a:pt x="24259" y="879876"/>
                  </a:cubicBezTo>
                  <a:cubicBezTo>
                    <a:pt x="142758" y="906935"/>
                    <a:pt x="259391" y="944257"/>
                    <a:pt x="380688" y="959186"/>
                  </a:cubicBezTo>
                  <a:cubicBezTo>
                    <a:pt x="487991" y="971316"/>
                    <a:pt x="594360" y="998375"/>
                    <a:pt x="697929" y="1029166"/>
                  </a:cubicBezTo>
                  <a:cubicBezTo>
                    <a:pt x="808964" y="1038497"/>
                    <a:pt x="920931" y="1024501"/>
                    <a:pt x="1031965" y="1029166"/>
                  </a:cubicBezTo>
                  <a:moveTo>
                    <a:pt x="1031965" y="1029166"/>
                  </a:moveTo>
                  <a:cubicBezTo>
                    <a:pt x="1011438" y="975982"/>
                    <a:pt x="1022635" y="915333"/>
                    <a:pt x="1031965" y="859349"/>
                  </a:cubicBezTo>
                  <a:cubicBezTo>
                    <a:pt x="1040363" y="804298"/>
                    <a:pt x="1025434" y="748315"/>
                    <a:pt x="1031965" y="693264"/>
                  </a:cubicBezTo>
                  <a:cubicBezTo>
                    <a:pt x="1031032" y="581297"/>
                    <a:pt x="984379" y="474928"/>
                    <a:pt x="959186" y="365760"/>
                  </a:cubicBezTo>
                  <a:cubicBezTo>
                    <a:pt x="933061" y="250993"/>
                    <a:pt x="948923" y="118498"/>
                    <a:pt x="882675" y="21460"/>
                  </a:cubicBezTo>
                  <a:cubicBezTo>
                    <a:pt x="942391" y="3732"/>
                    <a:pt x="1011438" y="0"/>
                    <a:pt x="1070221" y="21460"/>
                  </a:cubicBezTo>
                  <a:cubicBezTo>
                    <a:pt x="1128071" y="41987"/>
                    <a:pt x="1194318" y="16795"/>
                    <a:pt x="1255900" y="21460"/>
                  </a:cubicBezTo>
                  <a:cubicBezTo>
                    <a:pt x="1244703" y="56916"/>
                    <a:pt x="1244703" y="97971"/>
                    <a:pt x="1255900" y="133427"/>
                  </a:cubicBezTo>
                  <a:cubicBezTo>
                    <a:pt x="1268963" y="173549"/>
                    <a:pt x="1243770" y="218336"/>
                    <a:pt x="1255900" y="258457"/>
                  </a:cubicBezTo>
                  <a:cubicBezTo>
                    <a:pt x="1268963" y="301378"/>
                    <a:pt x="1249368" y="348964"/>
                    <a:pt x="1255900" y="392818"/>
                  </a:cubicBezTo>
                  <a:cubicBezTo>
                    <a:pt x="1262431" y="437605"/>
                    <a:pt x="1241904" y="485191"/>
                    <a:pt x="1255900" y="527179"/>
                  </a:cubicBezTo>
                  <a:cubicBezTo>
                    <a:pt x="1268030" y="563568"/>
                    <a:pt x="1265231" y="604623"/>
                    <a:pt x="1255900" y="641946"/>
                  </a:cubicBezTo>
                  <a:cubicBezTo>
                    <a:pt x="1245636" y="683933"/>
                    <a:pt x="1247502" y="729653"/>
                    <a:pt x="1255900" y="773507"/>
                  </a:cubicBezTo>
                  <a:cubicBezTo>
                    <a:pt x="1263364" y="813629"/>
                    <a:pt x="1242837" y="857483"/>
                    <a:pt x="1255900" y="895738"/>
                  </a:cubicBezTo>
                  <a:cubicBezTo>
                    <a:pt x="1268963" y="934927"/>
                    <a:pt x="1261498" y="978781"/>
                    <a:pt x="1255900" y="1019835"/>
                  </a:cubicBezTo>
                  <a:cubicBezTo>
                    <a:pt x="1251235" y="1058091"/>
                    <a:pt x="1246569" y="1097280"/>
                    <a:pt x="1255900" y="1133669"/>
                  </a:cubicBezTo>
                  <a:cubicBezTo>
                    <a:pt x="1265231" y="1172857"/>
                    <a:pt x="1248435" y="1213912"/>
                    <a:pt x="1255900" y="1253101"/>
                  </a:cubicBezTo>
                  <a:cubicBezTo>
                    <a:pt x="1176590" y="1230707"/>
                    <a:pt x="1087016" y="1279226"/>
                    <a:pt x="1008639" y="1253101"/>
                  </a:cubicBezTo>
                  <a:cubicBezTo>
                    <a:pt x="926529" y="1225109"/>
                    <a:pt x="832290" y="1272695"/>
                    <a:pt x="747382" y="1253101"/>
                  </a:cubicBezTo>
                  <a:cubicBezTo>
                    <a:pt x="672737" y="1236306"/>
                    <a:pt x="591560" y="1270829"/>
                    <a:pt x="517848" y="1253101"/>
                  </a:cubicBezTo>
                  <a:cubicBezTo>
                    <a:pt x="431074" y="1231640"/>
                    <a:pt x="337768" y="1271762"/>
                    <a:pt x="250993" y="1253101"/>
                  </a:cubicBezTo>
                  <a:cubicBezTo>
                    <a:pt x="177281" y="1237239"/>
                    <a:pt x="99837" y="1257766"/>
                    <a:pt x="24259" y="1253101"/>
                  </a:cubicBezTo>
                  <a:cubicBezTo>
                    <a:pt x="1866" y="1191519"/>
                    <a:pt x="0" y="1117807"/>
                    <a:pt x="24259" y="1057158"/>
                  </a:cubicBezTo>
                  <a:cubicBezTo>
                    <a:pt x="46653" y="1002107"/>
                    <a:pt x="37322" y="937726"/>
                    <a:pt x="24259" y="879876"/>
                  </a:cubicBezTo>
                  <a:cubicBezTo>
                    <a:pt x="80243" y="874278"/>
                    <a:pt x="132494" y="922797"/>
                    <a:pt x="187545" y="916266"/>
                  </a:cubicBezTo>
                  <a:cubicBezTo>
                    <a:pt x="241662" y="909734"/>
                    <a:pt x="292981" y="936793"/>
                    <a:pt x="345232" y="950789"/>
                  </a:cubicBezTo>
                  <a:cubicBezTo>
                    <a:pt x="406814" y="967584"/>
                    <a:pt x="476794" y="961053"/>
                    <a:pt x="531844" y="992777"/>
                  </a:cubicBezTo>
                  <a:cubicBezTo>
                    <a:pt x="581297" y="1020768"/>
                    <a:pt x="642879" y="1018902"/>
                    <a:pt x="697929" y="1029166"/>
                  </a:cubicBezTo>
                  <a:cubicBezTo>
                    <a:pt x="753913" y="1039430"/>
                    <a:pt x="813629" y="1044095"/>
                    <a:pt x="868680" y="1029166"/>
                  </a:cubicBezTo>
                  <a:cubicBezTo>
                    <a:pt x="920931" y="1015170"/>
                    <a:pt x="978781" y="1017969"/>
                    <a:pt x="1031965" y="1029166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101253" y="1321214"/>
              <a:ext cx="1161661" cy="1162594"/>
            </a:xfrm>
            <a:custGeom>
              <a:avLst/>
              <a:gdLst/>
              <a:ahLst/>
              <a:cxnLst/>
              <a:rect l="0" t="0" r="0" b="0"/>
              <a:pathLst>
                <a:path w="1161661" h="1162594">
                  <a:moveTo>
                    <a:pt x="26125" y="22393"/>
                  </a:moveTo>
                  <a:lnTo>
                    <a:pt x="26125" y="1142066"/>
                  </a:lnTo>
                  <a:lnTo>
                    <a:pt x="1145799" y="1142066"/>
                  </a:lnTo>
                  <a:lnTo>
                    <a:pt x="1145799" y="22393"/>
                  </a:lnTo>
                  <a:close/>
                  <a:moveTo>
                    <a:pt x="26125" y="22393"/>
                  </a:moveTo>
                  <a:cubicBezTo>
                    <a:pt x="39188" y="206206"/>
                    <a:pt x="14928" y="390952"/>
                    <a:pt x="26125" y="574765"/>
                  </a:cubicBezTo>
                  <a:cubicBezTo>
                    <a:pt x="37322" y="763244"/>
                    <a:pt x="28924" y="952655"/>
                    <a:pt x="26125" y="1142066"/>
                  </a:cubicBezTo>
                  <a:cubicBezTo>
                    <a:pt x="229533" y="1159795"/>
                    <a:pt x="434806" y="1155129"/>
                    <a:pt x="638213" y="1142066"/>
                  </a:cubicBezTo>
                  <a:cubicBezTo>
                    <a:pt x="807097" y="1131803"/>
                    <a:pt x="976915" y="1131803"/>
                    <a:pt x="1145799" y="1142066"/>
                  </a:cubicBezTo>
                  <a:cubicBezTo>
                    <a:pt x="1156995" y="942391"/>
                    <a:pt x="1143000" y="741783"/>
                    <a:pt x="1145799" y="542108"/>
                  </a:cubicBezTo>
                  <a:cubicBezTo>
                    <a:pt x="1148598" y="368559"/>
                    <a:pt x="1161661" y="195009"/>
                    <a:pt x="1145799" y="22393"/>
                  </a:cubicBezTo>
                  <a:cubicBezTo>
                    <a:pt x="961053" y="40121"/>
                    <a:pt x="774440" y="23326"/>
                    <a:pt x="588761" y="22393"/>
                  </a:cubicBezTo>
                  <a:cubicBezTo>
                    <a:pt x="401216" y="21460"/>
                    <a:pt x="213671" y="9330"/>
                    <a:pt x="26125" y="22393"/>
                  </a:cubicBezTo>
                  <a:moveTo>
                    <a:pt x="26125" y="22393"/>
                  </a:moveTo>
                  <a:cubicBezTo>
                    <a:pt x="84908" y="0"/>
                    <a:pt x="153022" y="12129"/>
                    <a:pt x="215537" y="22393"/>
                  </a:cubicBezTo>
                  <a:cubicBezTo>
                    <a:pt x="281784" y="32657"/>
                    <a:pt x="350831" y="15862"/>
                    <a:pt x="417078" y="22393"/>
                  </a:cubicBezTo>
                  <a:cubicBezTo>
                    <a:pt x="476794" y="27991"/>
                    <a:pt x="535577" y="22393"/>
                    <a:pt x="595293" y="22393"/>
                  </a:cubicBezTo>
                  <a:cubicBezTo>
                    <a:pt x="656875" y="22393"/>
                    <a:pt x="720323" y="9330"/>
                    <a:pt x="781905" y="22393"/>
                  </a:cubicBezTo>
                  <a:cubicBezTo>
                    <a:pt x="841621" y="35456"/>
                    <a:pt x="907868" y="44786"/>
                    <a:pt x="964785" y="22393"/>
                  </a:cubicBezTo>
                  <a:cubicBezTo>
                    <a:pt x="1020768" y="0"/>
                    <a:pt x="1088882" y="1866"/>
                    <a:pt x="1145799" y="22393"/>
                  </a:cubicBezTo>
                  <a:cubicBezTo>
                    <a:pt x="1141133" y="59715"/>
                    <a:pt x="1135535" y="99837"/>
                    <a:pt x="1145799" y="135293"/>
                  </a:cubicBezTo>
                  <a:cubicBezTo>
                    <a:pt x="1157928" y="176348"/>
                    <a:pt x="1132736" y="222068"/>
                    <a:pt x="1145799" y="262190"/>
                  </a:cubicBezTo>
                  <a:cubicBezTo>
                    <a:pt x="1159795" y="305111"/>
                    <a:pt x="1156995" y="353630"/>
                    <a:pt x="1145799" y="398417"/>
                  </a:cubicBezTo>
                  <a:cubicBezTo>
                    <a:pt x="1134602" y="442271"/>
                    <a:pt x="1132736" y="490790"/>
                    <a:pt x="1145799" y="533711"/>
                  </a:cubicBezTo>
                  <a:cubicBezTo>
                    <a:pt x="1156995" y="570100"/>
                    <a:pt x="1140200" y="610222"/>
                    <a:pt x="1145799" y="648477"/>
                  </a:cubicBezTo>
                  <a:cubicBezTo>
                    <a:pt x="1152330" y="692331"/>
                    <a:pt x="1131803" y="738984"/>
                    <a:pt x="1145799" y="780972"/>
                  </a:cubicBezTo>
                  <a:cubicBezTo>
                    <a:pt x="1158862" y="820160"/>
                    <a:pt x="1156062" y="864014"/>
                    <a:pt x="1145799" y="904136"/>
                  </a:cubicBezTo>
                  <a:cubicBezTo>
                    <a:pt x="1135535" y="944257"/>
                    <a:pt x="1138334" y="987178"/>
                    <a:pt x="1145799" y="1028233"/>
                  </a:cubicBezTo>
                  <a:cubicBezTo>
                    <a:pt x="1153263" y="1065555"/>
                    <a:pt x="1133669" y="1106610"/>
                    <a:pt x="1145799" y="1142066"/>
                  </a:cubicBezTo>
                  <a:cubicBezTo>
                    <a:pt x="1081417" y="1157928"/>
                    <a:pt x="1013304" y="1150464"/>
                    <a:pt x="947057" y="1142066"/>
                  </a:cubicBezTo>
                  <a:cubicBezTo>
                    <a:pt x="886408" y="1133669"/>
                    <a:pt x="822959" y="1129937"/>
                    <a:pt x="762311" y="1142066"/>
                  </a:cubicBezTo>
                  <a:cubicBezTo>
                    <a:pt x="698862" y="1154196"/>
                    <a:pt x="628883" y="1162594"/>
                    <a:pt x="567301" y="1142066"/>
                  </a:cubicBezTo>
                  <a:cubicBezTo>
                    <a:pt x="513183" y="1123405"/>
                    <a:pt x="450668" y="1157928"/>
                    <a:pt x="394684" y="1142066"/>
                  </a:cubicBezTo>
                  <a:cubicBezTo>
                    <a:pt x="331236" y="1124338"/>
                    <a:pt x="260324" y="1156995"/>
                    <a:pt x="195942" y="1142066"/>
                  </a:cubicBezTo>
                  <a:cubicBezTo>
                    <a:pt x="140892" y="1129004"/>
                    <a:pt x="81176" y="1155129"/>
                    <a:pt x="26125" y="1142066"/>
                  </a:cubicBezTo>
                  <a:cubicBezTo>
                    <a:pt x="30791" y="1063689"/>
                    <a:pt x="9330" y="983446"/>
                    <a:pt x="26125" y="906935"/>
                  </a:cubicBezTo>
                  <a:cubicBezTo>
                    <a:pt x="41054" y="837888"/>
                    <a:pt x="0" y="760444"/>
                    <a:pt x="26125" y="695130"/>
                  </a:cubicBezTo>
                  <a:cubicBezTo>
                    <a:pt x="53184" y="627950"/>
                    <a:pt x="48519" y="545840"/>
                    <a:pt x="26125" y="476794"/>
                  </a:cubicBezTo>
                  <a:cubicBezTo>
                    <a:pt x="4665" y="410546"/>
                    <a:pt x="41054" y="334968"/>
                    <a:pt x="26125" y="266855"/>
                  </a:cubicBezTo>
                  <a:cubicBezTo>
                    <a:pt x="8397" y="187545"/>
                    <a:pt x="53184" y="98904"/>
                    <a:pt x="26125" y="22393"/>
                  </a:cubicBezTo>
                </a:path>
              </a:pathLst>
            </a:custGeom>
            <a:noFill/>
            <a:ln w="2799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66499" y="946124"/>
            <a:ext cx="4610955" cy="2799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Optimization of the logistics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5166" y="1700971"/>
            <a:ext cx="1238872" cy="4478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484848"/>
                </a:solidFill>
                <a:latin typeface="Shantell Sans"/>
              </a:rPr>
              <a:t>Route
optimization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008" y="1477036"/>
            <a:ext cx="1293110" cy="4478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4848"/>
                </a:solidFill>
                <a:latin typeface="Shantell Sans"/>
              </a:rPr>
              <a:t>Order
classification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6181" y="2244945"/>
            <a:ext cx="1287857" cy="6718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Shantell Sans"/>
              </a:rPr>
              <a:t>Route optimization
includes complex
calculations for
efficiency.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008" y="2049002"/>
            <a:ext cx="1180677" cy="8397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Order
classification
requires complex
algorithms for
accuracy.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797" y="4500155"/>
            <a:ext cx="871245" cy="4478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484848"/>
                </a:solidFill>
                <a:latin typeface="Shantell Sans"/>
              </a:rPr>
              <a:t>Order
selection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008" y="4500155"/>
            <a:ext cx="1238872" cy="4478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4848"/>
                </a:solidFill>
                <a:latin typeface="Shantell Sans"/>
              </a:rPr>
              <a:t>Load
optimization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8448" y="5072121"/>
            <a:ext cx="1245524" cy="8397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Shantell Sans"/>
              </a:rPr>
              <a:t>Order selection is
simple in
implementation,
but it is important
for drivers.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008" y="5044129"/>
            <a:ext cx="1273983" cy="6718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Shantell Sans"/>
              </a:rPr>
              <a:t>Load optimization
requires basic
algorithms for
balancing.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20482" y="2017278"/>
            <a:ext cx="615820" cy="643812"/>
          </a:xfrm>
          <a:custGeom>
            <a:avLst/>
            <a:gdLst/>
            <a:ahLst/>
            <a:cxnLst/>
            <a:rect l="0" t="0" r="0" b="0"/>
            <a:pathLst>
              <a:path w="615820" h="643812">
                <a:moveTo>
                  <a:pt x="195942" y="0"/>
                </a:moveTo>
                <a:lnTo>
                  <a:pt x="0" y="643812"/>
                </a:lnTo>
                <a:moveTo>
                  <a:pt x="545560" y="412991"/>
                </a:moveTo>
                <a:lnTo>
                  <a:pt x="615820" y="643812"/>
                </a:lnTo>
                <a:moveTo>
                  <a:pt x="307910" y="643812"/>
                </a:moveTo>
                <a:lnTo>
                  <a:pt x="307910" y="531844"/>
                </a:lnTo>
                <a:moveTo>
                  <a:pt x="307910" y="447869"/>
                </a:moveTo>
                <a:lnTo>
                  <a:pt x="307910" y="391885"/>
                </a:lnTo>
                <a:moveTo>
                  <a:pt x="307910" y="55983"/>
                </a:moveTo>
                <a:lnTo>
                  <a:pt x="307910" y="0"/>
                </a:lnTo>
                <a:moveTo>
                  <a:pt x="422396" y="55983"/>
                </a:moveTo>
                <a:cubicBezTo>
                  <a:pt x="501054" y="55983"/>
                  <a:pt x="564819" y="119748"/>
                  <a:pt x="564819" y="198406"/>
                </a:cubicBezTo>
                <a:cubicBezTo>
                  <a:pt x="564819" y="263711"/>
                  <a:pt x="466679" y="392389"/>
                  <a:pt x="433257" y="434237"/>
                </a:cubicBezTo>
                <a:cubicBezTo>
                  <a:pt x="430602" y="437579"/>
                  <a:pt x="426567" y="439527"/>
                  <a:pt x="422298" y="439527"/>
                </a:cubicBezTo>
                <a:cubicBezTo>
                  <a:pt x="418030" y="439527"/>
                  <a:pt x="413995" y="437579"/>
                  <a:pt x="411340" y="434237"/>
                </a:cubicBezTo>
                <a:cubicBezTo>
                  <a:pt x="377973" y="392249"/>
                  <a:pt x="279778" y="263711"/>
                  <a:pt x="279778" y="198406"/>
                </a:cubicBezTo>
                <a:cubicBezTo>
                  <a:pt x="279778" y="160599"/>
                  <a:pt x="294810" y="124343"/>
                  <a:pt x="321562" y="97628"/>
                </a:cubicBezTo>
                <a:cubicBezTo>
                  <a:pt x="348314" y="70913"/>
                  <a:pt x="384590" y="55931"/>
                  <a:pt x="422396" y="55983"/>
                </a:cubicBezTo>
                <a:close/>
                <a:moveTo>
                  <a:pt x="475861" y="198406"/>
                </a:moveTo>
                <a:cubicBezTo>
                  <a:pt x="475845" y="168894"/>
                  <a:pt x="451908" y="144982"/>
                  <a:pt x="422396" y="144997"/>
                </a:cubicBezTo>
                <a:cubicBezTo>
                  <a:pt x="392884" y="145013"/>
                  <a:pt x="368972" y="168950"/>
                  <a:pt x="368988" y="198462"/>
                </a:cubicBezTo>
                <a:cubicBezTo>
                  <a:pt x="369003" y="227974"/>
                  <a:pt x="392940" y="251886"/>
                  <a:pt x="422452" y="251870"/>
                </a:cubicBezTo>
                <a:cubicBezTo>
                  <a:pt x="451964" y="251855"/>
                  <a:pt x="475876" y="227918"/>
                  <a:pt x="475861" y="198406"/>
                </a:cubicBezTo>
                <a:close/>
                <a:moveTo>
                  <a:pt x="0" y="643812"/>
                </a:moveTo>
                <a:cubicBezTo>
                  <a:pt x="97971" y="442271"/>
                  <a:pt x="117565" y="209938"/>
                  <a:pt x="195942" y="0"/>
                </a:cubicBezTo>
                <a:moveTo>
                  <a:pt x="615820" y="643812"/>
                </a:moveTo>
                <a:cubicBezTo>
                  <a:pt x="582230" y="571033"/>
                  <a:pt x="596226" y="475861"/>
                  <a:pt x="545840" y="414279"/>
                </a:cubicBezTo>
                <a:moveTo>
                  <a:pt x="307910" y="531844"/>
                </a:moveTo>
                <a:cubicBezTo>
                  <a:pt x="316307" y="568234"/>
                  <a:pt x="313508" y="607422"/>
                  <a:pt x="307910" y="643812"/>
                </a:cubicBezTo>
                <a:moveTo>
                  <a:pt x="307910" y="391885"/>
                </a:moveTo>
                <a:cubicBezTo>
                  <a:pt x="305110" y="408680"/>
                  <a:pt x="313508" y="431074"/>
                  <a:pt x="307910" y="447869"/>
                </a:cubicBezTo>
                <a:moveTo>
                  <a:pt x="307910" y="0"/>
                </a:moveTo>
                <a:cubicBezTo>
                  <a:pt x="305110" y="19594"/>
                  <a:pt x="307910" y="36389"/>
                  <a:pt x="307910" y="55983"/>
                </a:cubicBezTo>
                <a:moveTo>
                  <a:pt x="422676" y="55983"/>
                </a:moveTo>
                <a:cubicBezTo>
                  <a:pt x="501053" y="61582"/>
                  <a:pt x="585029" y="123164"/>
                  <a:pt x="565435" y="198742"/>
                </a:cubicBezTo>
                <a:cubicBezTo>
                  <a:pt x="548640" y="260324"/>
                  <a:pt x="478660" y="405881"/>
                  <a:pt x="433873" y="433873"/>
                </a:cubicBezTo>
                <a:cubicBezTo>
                  <a:pt x="428275" y="436672"/>
                  <a:pt x="425475" y="439471"/>
                  <a:pt x="422676" y="439471"/>
                </a:cubicBezTo>
                <a:cubicBezTo>
                  <a:pt x="417078" y="439471"/>
                  <a:pt x="414279" y="436672"/>
                  <a:pt x="411479" y="433873"/>
                </a:cubicBezTo>
                <a:cubicBezTo>
                  <a:pt x="380689" y="389086"/>
                  <a:pt x="277119" y="263123"/>
                  <a:pt x="279918" y="198742"/>
                </a:cubicBezTo>
                <a:cubicBezTo>
                  <a:pt x="282717" y="159553"/>
                  <a:pt x="305110" y="131561"/>
                  <a:pt x="321906" y="97971"/>
                </a:cubicBezTo>
                <a:cubicBezTo>
                  <a:pt x="335902" y="61582"/>
                  <a:pt x="383488" y="55983"/>
                  <a:pt x="422676" y="55983"/>
                </a:cubicBezTo>
                <a:moveTo>
                  <a:pt x="475861" y="198742"/>
                </a:moveTo>
                <a:cubicBezTo>
                  <a:pt x="487057" y="170750"/>
                  <a:pt x="450668" y="139959"/>
                  <a:pt x="422676" y="145557"/>
                </a:cubicBezTo>
                <a:cubicBezTo>
                  <a:pt x="394684" y="151155"/>
                  <a:pt x="375090" y="170750"/>
                  <a:pt x="369492" y="198742"/>
                </a:cubicBezTo>
                <a:cubicBezTo>
                  <a:pt x="361094" y="226733"/>
                  <a:pt x="394684" y="260324"/>
                  <a:pt x="422676" y="251926"/>
                </a:cubicBezTo>
                <a:cubicBezTo>
                  <a:pt x="450668" y="243528"/>
                  <a:pt x="484258" y="226733"/>
                  <a:pt x="475861" y="198742"/>
                </a:cubicBezTo>
              </a:path>
            </a:pathLst>
          </a:custGeom>
          <a:noFill/>
          <a:ln w="1399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88104" y="2017278"/>
            <a:ext cx="649443" cy="691398"/>
          </a:xfrm>
          <a:custGeom>
            <a:avLst/>
            <a:gdLst/>
            <a:ahLst/>
            <a:cxnLst/>
            <a:rect l="0" t="0" r="0" b="0"/>
            <a:pathLst>
              <a:path w="649443" h="691398">
                <a:moveTo>
                  <a:pt x="131561" y="328904"/>
                </a:moveTo>
                <a:lnTo>
                  <a:pt x="523447" y="328904"/>
                </a:lnTo>
                <a:cubicBezTo>
                  <a:pt x="554366" y="328904"/>
                  <a:pt x="579431" y="353968"/>
                  <a:pt x="579431" y="384887"/>
                </a:cubicBezTo>
                <a:lnTo>
                  <a:pt x="579431" y="615820"/>
                </a:lnTo>
                <a:cubicBezTo>
                  <a:pt x="579431" y="631279"/>
                  <a:pt x="566898" y="643812"/>
                  <a:pt x="551439" y="643812"/>
                </a:cubicBezTo>
                <a:lnTo>
                  <a:pt x="103569" y="643812"/>
                </a:lnTo>
                <a:cubicBezTo>
                  <a:pt x="88110" y="643812"/>
                  <a:pt x="75577" y="631279"/>
                  <a:pt x="75577" y="615820"/>
                </a:cubicBezTo>
                <a:lnTo>
                  <a:pt x="75577" y="384887"/>
                </a:lnTo>
                <a:cubicBezTo>
                  <a:pt x="75577" y="353968"/>
                  <a:pt x="100642" y="328904"/>
                  <a:pt x="131561" y="328904"/>
                </a:cubicBezTo>
                <a:close/>
                <a:moveTo>
                  <a:pt x="236531" y="426875"/>
                </a:moveTo>
                <a:lnTo>
                  <a:pt x="236531" y="440871"/>
                </a:lnTo>
                <a:moveTo>
                  <a:pt x="418477" y="426875"/>
                </a:moveTo>
                <a:lnTo>
                  <a:pt x="418477" y="440871"/>
                </a:lnTo>
                <a:moveTo>
                  <a:pt x="187545" y="0"/>
                </a:moveTo>
                <a:cubicBezTo>
                  <a:pt x="159553" y="0"/>
                  <a:pt x="159553" y="27991"/>
                  <a:pt x="159553" y="27991"/>
                </a:cubicBezTo>
                <a:lnTo>
                  <a:pt x="159553" y="300912"/>
                </a:lnTo>
                <a:cubicBezTo>
                  <a:pt x="159553" y="328904"/>
                  <a:pt x="187545" y="328904"/>
                  <a:pt x="187545" y="328904"/>
                </a:cubicBezTo>
                <a:lnTo>
                  <a:pt x="467463" y="328904"/>
                </a:lnTo>
                <a:cubicBezTo>
                  <a:pt x="495455" y="328904"/>
                  <a:pt x="495455" y="300912"/>
                  <a:pt x="495455" y="300912"/>
                </a:cubicBezTo>
                <a:lnTo>
                  <a:pt x="495455" y="27991"/>
                </a:lnTo>
                <a:cubicBezTo>
                  <a:pt x="495455" y="0"/>
                  <a:pt x="467463" y="0"/>
                  <a:pt x="467463" y="0"/>
                </a:cubicBezTo>
                <a:lnTo>
                  <a:pt x="187545" y="0"/>
                </a:lnTo>
                <a:moveTo>
                  <a:pt x="271520" y="0"/>
                </a:moveTo>
                <a:lnTo>
                  <a:pt x="271520" y="154654"/>
                </a:lnTo>
                <a:cubicBezTo>
                  <a:pt x="271514" y="157518"/>
                  <a:pt x="273207" y="160113"/>
                  <a:pt x="275831" y="161260"/>
                </a:cubicBezTo>
                <a:cubicBezTo>
                  <a:pt x="278452" y="162377"/>
                  <a:pt x="281489" y="161765"/>
                  <a:pt x="283473" y="159721"/>
                </a:cubicBezTo>
                <a:lnTo>
                  <a:pt x="327504" y="114766"/>
                </a:lnTo>
                <a:lnTo>
                  <a:pt x="371535" y="159721"/>
                </a:lnTo>
                <a:cubicBezTo>
                  <a:pt x="373519" y="161765"/>
                  <a:pt x="376556" y="162377"/>
                  <a:pt x="379177" y="161260"/>
                </a:cubicBezTo>
                <a:cubicBezTo>
                  <a:pt x="381801" y="160113"/>
                  <a:pt x="383494" y="157518"/>
                  <a:pt x="383488" y="154654"/>
                </a:cubicBezTo>
                <a:lnTo>
                  <a:pt x="383488" y="0"/>
                </a:lnTo>
                <a:moveTo>
                  <a:pt x="467463" y="643812"/>
                </a:moveTo>
                <a:lnTo>
                  <a:pt x="467463" y="531844"/>
                </a:lnTo>
                <a:lnTo>
                  <a:pt x="187545" y="531844"/>
                </a:lnTo>
                <a:lnTo>
                  <a:pt x="187545" y="643812"/>
                </a:lnTo>
                <a:moveTo>
                  <a:pt x="621866" y="204424"/>
                </a:moveTo>
                <a:lnTo>
                  <a:pt x="642832" y="285180"/>
                </a:lnTo>
                <a:lnTo>
                  <a:pt x="579431" y="384887"/>
                </a:lnTo>
                <a:moveTo>
                  <a:pt x="599249" y="109644"/>
                </a:moveTo>
                <a:cubicBezTo>
                  <a:pt x="626959" y="109628"/>
                  <a:pt x="649433" y="132085"/>
                  <a:pt x="649438" y="159796"/>
                </a:cubicBezTo>
                <a:cubicBezTo>
                  <a:pt x="649443" y="187506"/>
                  <a:pt x="626978" y="209971"/>
                  <a:pt x="599267" y="209966"/>
                </a:cubicBezTo>
                <a:cubicBezTo>
                  <a:pt x="571557" y="209961"/>
                  <a:pt x="549100" y="187488"/>
                  <a:pt x="549115" y="159777"/>
                </a:cubicBezTo>
                <a:moveTo>
                  <a:pt x="33142" y="204424"/>
                </a:moveTo>
                <a:lnTo>
                  <a:pt x="12176" y="285180"/>
                </a:lnTo>
                <a:lnTo>
                  <a:pt x="75577" y="384887"/>
                </a:lnTo>
                <a:moveTo>
                  <a:pt x="105893" y="159777"/>
                </a:moveTo>
                <a:cubicBezTo>
                  <a:pt x="105908" y="187488"/>
                  <a:pt x="83451" y="209961"/>
                  <a:pt x="55741" y="209966"/>
                </a:cubicBezTo>
                <a:cubicBezTo>
                  <a:pt x="28030" y="209971"/>
                  <a:pt x="5565" y="187506"/>
                  <a:pt x="5570" y="159796"/>
                </a:cubicBezTo>
                <a:cubicBezTo>
                  <a:pt x="5575" y="132085"/>
                  <a:pt x="28049" y="109628"/>
                  <a:pt x="55759" y="109644"/>
                </a:cubicBezTo>
                <a:moveTo>
                  <a:pt x="131561" y="330303"/>
                </a:moveTo>
                <a:cubicBezTo>
                  <a:pt x="263123" y="333102"/>
                  <a:pt x="394684" y="347098"/>
                  <a:pt x="523447" y="330303"/>
                </a:cubicBezTo>
                <a:cubicBezTo>
                  <a:pt x="554238" y="324705"/>
                  <a:pt x="590627" y="355496"/>
                  <a:pt x="579431" y="386287"/>
                </a:cubicBezTo>
                <a:cubicBezTo>
                  <a:pt x="551439" y="456266"/>
                  <a:pt x="601824" y="543041"/>
                  <a:pt x="579431" y="615820"/>
                </a:cubicBezTo>
                <a:cubicBezTo>
                  <a:pt x="573832" y="629816"/>
                  <a:pt x="565435" y="638213"/>
                  <a:pt x="551439" y="643812"/>
                </a:cubicBezTo>
                <a:cubicBezTo>
                  <a:pt x="411480" y="691398"/>
                  <a:pt x="249127" y="680201"/>
                  <a:pt x="103569" y="643812"/>
                </a:cubicBezTo>
                <a:cubicBezTo>
                  <a:pt x="89573" y="641013"/>
                  <a:pt x="72778" y="629816"/>
                  <a:pt x="75577" y="615820"/>
                </a:cubicBezTo>
                <a:cubicBezTo>
                  <a:pt x="83975" y="540242"/>
                  <a:pt x="75577" y="461865"/>
                  <a:pt x="75577" y="386287"/>
                </a:cubicBezTo>
                <a:cubicBezTo>
                  <a:pt x="75577" y="352697"/>
                  <a:pt x="100770" y="338701"/>
                  <a:pt x="131561" y="330303"/>
                </a:cubicBezTo>
                <a:moveTo>
                  <a:pt x="237930" y="428275"/>
                </a:moveTo>
                <a:cubicBezTo>
                  <a:pt x="237930" y="431074"/>
                  <a:pt x="237930" y="436672"/>
                  <a:pt x="237930" y="442271"/>
                </a:cubicBezTo>
                <a:moveTo>
                  <a:pt x="419877" y="428275"/>
                </a:moveTo>
                <a:cubicBezTo>
                  <a:pt x="417078" y="431074"/>
                  <a:pt x="419877" y="436672"/>
                  <a:pt x="419877" y="442271"/>
                </a:cubicBezTo>
                <a:moveTo>
                  <a:pt x="187545" y="0"/>
                </a:moveTo>
                <a:cubicBezTo>
                  <a:pt x="279918" y="0"/>
                  <a:pt x="375090" y="13995"/>
                  <a:pt x="467463" y="0"/>
                </a:cubicBezTo>
                <a:cubicBezTo>
                  <a:pt x="467463" y="0"/>
                  <a:pt x="487057" y="0"/>
                  <a:pt x="495455" y="27991"/>
                </a:cubicBezTo>
                <a:cubicBezTo>
                  <a:pt x="520648" y="114766"/>
                  <a:pt x="517848" y="212737"/>
                  <a:pt x="495455" y="302311"/>
                </a:cubicBezTo>
                <a:cubicBezTo>
                  <a:pt x="495455" y="302311"/>
                  <a:pt x="495455" y="321906"/>
                  <a:pt x="467463" y="330303"/>
                </a:cubicBezTo>
                <a:cubicBezTo>
                  <a:pt x="377889" y="355496"/>
                  <a:pt x="279918" y="316307"/>
                  <a:pt x="187545" y="330303"/>
                </a:cubicBezTo>
                <a:cubicBezTo>
                  <a:pt x="187545" y="330303"/>
                  <a:pt x="159553" y="330303"/>
                  <a:pt x="159553" y="302311"/>
                </a:cubicBezTo>
                <a:cubicBezTo>
                  <a:pt x="159553" y="209938"/>
                  <a:pt x="159553" y="120364"/>
                  <a:pt x="159553" y="27991"/>
                </a:cubicBezTo>
                <a:cubicBezTo>
                  <a:pt x="159553" y="27991"/>
                  <a:pt x="159553" y="5598"/>
                  <a:pt x="187545" y="0"/>
                </a:cubicBezTo>
                <a:moveTo>
                  <a:pt x="271520" y="0"/>
                </a:moveTo>
                <a:cubicBezTo>
                  <a:pt x="263123" y="50385"/>
                  <a:pt x="265922" y="103569"/>
                  <a:pt x="271520" y="153955"/>
                </a:cubicBezTo>
                <a:cubicBezTo>
                  <a:pt x="271520" y="156754"/>
                  <a:pt x="274320" y="159553"/>
                  <a:pt x="277119" y="162352"/>
                </a:cubicBezTo>
                <a:cubicBezTo>
                  <a:pt x="277119" y="162352"/>
                  <a:pt x="282717" y="162352"/>
                  <a:pt x="282717" y="159553"/>
                </a:cubicBezTo>
                <a:cubicBezTo>
                  <a:pt x="293914" y="142758"/>
                  <a:pt x="310709" y="128762"/>
                  <a:pt x="327504" y="114766"/>
                </a:cubicBezTo>
                <a:cubicBezTo>
                  <a:pt x="344299" y="128762"/>
                  <a:pt x="352697" y="151155"/>
                  <a:pt x="372291" y="159553"/>
                </a:cubicBezTo>
                <a:cubicBezTo>
                  <a:pt x="375090" y="162352"/>
                  <a:pt x="377889" y="162352"/>
                  <a:pt x="377889" y="162352"/>
                </a:cubicBezTo>
                <a:cubicBezTo>
                  <a:pt x="380688" y="159553"/>
                  <a:pt x="383488" y="156754"/>
                  <a:pt x="383488" y="153955"/>
                </a:cubicBezTo>
                <a:cubicBezTo>
                  <a:pt x="394684" y="103569"/>
                  <a:pt x="369492" y="50385"/>
                  <a:pt x="383488" y="0"/>
                </a:cubicBezTo>
                <a:moveTo>
                  <a:pt x="187545" y="643812"/>
                </a:moveTo>
                <a:cubicBezTo>
                  <a:pt x="184746" y="607422"/>
                  <a:pt x="187545" y="568234"/>
                  <a:pt x="187545" y="531844"/>
                </a:cubicBezTo>
                <a:cubicBezTo>
                  <a:pt x="274320" y="565435"/>
                  <a:pt x="375090" y="523447"/>
                  <a:pt x="467463" y="531844"/>
                </a:cubicBezTo>
                <a:cubicBezTo>
                  <a:pt x="475861" y="568234"/>
                  <a:pt x="461865" y="607422"/>
                  <a:pt x="467463" y="643812"/>
                </a:cubicBezTo>
                <a:moveTo>
                  <a:pt x="579431" y="386287"/>
                </a:moveTo>
                <a:cubicBezTo>
                  <a:pt x="596226" y="349897"/>
                  <a:pt x="629816" y="321906"/>
                  <a:pt x="643812" y="285516"/>
                </a:cubicBezTo>
                <a:cubicBezTo>
                  <a:pt x="627017" y="260324"/>
                  <a:pt x="621418" y="232332"/>
                  <a:pt x="621418" y="204340"/>
                </a:cubicBezTo>
                <a:moveTo>
                  <a:pt x="599025" y="109168"/>
                </a:moveTo>
                <a:cubicBezTo>
                  <a:pt x="627017" y="111967"/>
                  <a:pt x="649410" y="131561"/>
                  <a:pt x="649410" y="159553"/>
                </a:cubicBezTo>
                <a:cubicBezTo>
                  <a:pt x="649410" y="187545"/>
                  <a:pt x="624217" y="218336"/>
                  <a:pt x="599025" y="209938"/>
                </a:cubicBezTo>
                <a:cubicBezTo>
                  <a:pt x="573832" y="201541"/>
                  <a:pt x="548639" y="187545"/>
                  <a:pt x="548639" y="159553"/>
                </a:cubicBezTo>
                <a:moveTo>
                  <a:pt x="75577" y="386287"/>
                </a:moveTo>
                <a:cubicBezTo>
                  <a:pt x="55983" y="349897"/>
                  <a:pt x="41987" y="310709"/>
                  <a:pt x="11196" y="285516"/>
                </a:cubicBezTo>
                <a:cubicBezTo>
                  <a:pt x="19594" y="257524"/>
                  <a:pt x="27991" y="232332"/>
                  <a:pt x="33590" y="204340"/>
                </a:cubicBezTo>
                <a:moveTo>
                  <a:pt x="55983" y="109168"/>
                </a:moveTo>
                <a:cubicBezTo>
                  <a:pt x="27991" y="109168"/>
                  <a:pt x="8397" y="131561"/>
                  <a:pt x="5598" y="159553"/>
                </a:cubicBezTo>
                <a:cubicBezTo>
                  <a:pt x="0" y="187545"/>
                  <a:pt x="27991" y="212737"/>
                  <a:pt x="55983" y="209938"/>
                </a:cubicBezTo>
                <a:cubicBezTo>
                  <a:pt x="83975" y="207139"/>
                  <a:pt x="111967" y="187545"/>
                  <a:pt x="106368" y="159553"/>
                </a:cubicBezTo>
              </a:path>
            </a:pathLst>
          </a:custGeom>
          <a:noFill/>
          <a:ln w="1399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914883" y="4701696"/>
            <a:ext cx="641013" cy="660607"/>
          </a:xfrm>
          <a:custGeom>
            <a:avLst/>
            <a:gdLst/>
            <a:ahLst/>
            <a:cxnLst/>
            <a:rect l="0" t="0" r="0" b="0"/>
            <a:pathLst>
              <a:path w="641013" h="660607">
                <a:moveTo>
                  <a:pt x="190316" y="643224"/>
                </a:moveTo>
                <a:lnTo>
                  <a:pt x="438100" y="643224"/>
                </a:lnTo>
                <a:moveTo>
                  <a:pt x="582650" y="85571"/>
                </a:moveTo>
                <a:cubicBezTo>
                  <a:pt x="605468" y="85571"/>
                  <a:pt x="623965" y="104068"/>
                  <a:pt x="623965" y="126886"/>
                </a:cubicBezTo>
                <a:lnTo>
                  <a:pt x="623965" y="484818"/>
                </a:lnTo>
                <a:cubicBezTo>
                  <a:pt x="624003" y="495797"/>
                  <a:pt x="619665" y="506339"/>
                  <a:pt x="611912" y="514114"/>
                </a:cubicBezTo>
                <a:cubicBezTo>
                  <a:pt x="604159" y="521888"/>
                  <a:pt x="593629" y="526254"/>
                  <a:pt x="582650" y="526246"/>
                </a:cubicBezTo>
                <a:lnTo>
                  <a:pt x="45766" y="526246"/>
                </a:lnTo>
                <a:cubicBezTo>
                  <a:pt x="34792" y="526246"/>
                  <a:pt x="24269" y="521877"/>
                  <a:pt x="16522" y="514104"/>
                </a:cubicBezTo>
                <a:cubicBezTo>
                  <a:pt x="8775" y="506330"/>
                  <a:pt x="4441" y="495793"/>
                  <a:pt x="4478" y="484818"/>
                </a:cubicBezTo>
                <a:lnTo>
                  <a:pt x="4478" y="126886"/>
                </a:lnTo>
                <a:cubicBezTo>
                  <a:pt x="4463" y="104073"/>
                  <a:pt x="22953" y="85571"/>
                  <a:pt x="45766" y="85571"/>
                </a:cubicBezTo>
                <a:moveTo>
                  <a:pt x="239582" y="643224"/>
                </a:moveTo>
                <a:lnTo>
                  <a:pt x="269169" y="526106"/>
                </a:lnTo>
                <a:moveTo>
                  <a:pt x="388834" y="643224"/>
                </a:moveTo>
                <a:lnTo>
                  <a:pt x="359275" y="526106"/>
                </a:lnTo>
                <a:moveTo>
                  <a:pt x="122716" y="94640"/>
                </a:moveTo>
                <a:cubicBezTo>
                  <a:pt x="122706" y="143485"/>
                  <a:pt x="153839" y="183089"/>
                  <a:pt x="192247" y="183089"/>
                </a:cubicBezTo>
                <a:cubicBezTo>
                  <a:pt x="230656" y="183089"/>
                  <a:pt x="261789" y="143485"/>
                  <a:pt x="261779" y="94640"/>
                </a:cubicBezTo>
                <a:cubicBezTo>
                  <a:pt x="261789" y="45795"/>
                  <a:pt x="230656" y="6191"/>
                  <a:pt x="192247" y="6191"/>
                </a:cubicBezTo>
                <a:cubicBezTo>
                  <a:pt x="153839" y="6191"/>
                  <a:pt x="122706" y="45795"/>
                  <a:pt x="122716" y="94640"/>
                </a:cubicBezTo>
                <a:moveTo>
                  <a:pt x="192247" y="183066"/>
                </a:moveTo>
                <a:lnTo>
                  <a:pt x="192247" y="335818"/>
                </a:lnTo>
                <a:moveTo>
                  <a:pt x="422340" y="335818"/>
                </a:moveTo>
                <a:lnTo>
                  <a:pt x="422340" y="6186"/>
                </a:lnTo>
                <a:moveTo>
                  <a:pt x="497470" y="6186"/>
                </a:moveTo>
                <a:lnTo>
                  <a:pt x="497470" y="129994"/>
                </a:lnTo>
                <a:cubicBezTo>
                  <a:pt x="497470" y="158657"/>
                  <a:pt x="463824" y="181890"/>
                  <a:pt x="422284" y="181890"/>
                </a:cubicBezTo>
                <a:lnTo>
                  <a:pt x="422284" y="181890"/>
                </a:lnTo>
                <a:cubicBezTo>
                  <a:pt x="380688" y="181890"/>
                  <a:pt x="347098" y="158657"/>
                  <a:pt x="347098" y="129994"/>
                </a:cubicBezTo>
                <a:lnTo>
                  <a:pt x="347098" y="6186"/>
                </a:lnTo>
                <a:moveTo>
                  <a:pt x="3051" y="406693"/>
                </a:moveTo>
                <a:lnTo>
                  <a:pt x="623965" y="406693"/>
                </a:lnTo>
                <a:moveTo>
                  <a:pt x="190344" y="643812"/>
                </a:moveTo>
                <a:cubicBezTo>
                  <a:pt x="271520" y="627017"/>
                  <a:pt x="358295" y="660607"/>
                  <a:pt x="439471" y="643812"/>
                </a:cubicBezTo>
                <a:moveTo>
                  <a:pt x="582230" y="86774"/>
                </a:moveTo>
                <a:cubicBezTo>
                  <a:pt x="604623" y="86774"/>
                  <a:pt x="621418" y="103569"/>
                  <a:pt x="624217" y="125963"/>
                </a:cubicBezTo>
                <a:cubicBezTo>
                  <a:pt x="641013" y="243529"/>
                  <a:pt x="618619" y="366693"/>
                  <a:pt x="624217" y="484258"/>
                </a:cubicBezTo>
                <a:cubicBezTo>
                  <a:pt x="624217" y="495455"/>
                  <a:pt x="621418" y="506652"/>
                  <a:pt x="613021" y="515049"/>
                </a:cubicBezTo>
                <a:cubicBezTo>
                  <a:pt x="601824" y="520648"/>
                  <a:pt x="593426" y="526246"/>
                  <a:pt x="582230" y="526246"/>
                </a:cubicBezTo>
                <a:cubicBezTo>
                  <a:pt x="403082" y="531844"/>
                  <a:pt x="218336" y="478660"/>
                  <a:pt x="44786" y="526246"/>
                </a:cubicBezTo>
                <a:cubicBezTo>
                  <a:pt x="36389" y="529045"/>
                  <a:pt x="25192" y="520648"/>
                  <a:pt x="16795" y="515049"/>
                </a:cubicBezTo>
                <a:cubicBezTo>
                  <a:pt x="8397" y="506652"/>
                  <a:pt x="2799" y="495455"/>
                  <a:pt x="5598" y="484258"/>
                </a:cubicBezTo>
                <a:cubicBezTo>
                  <a:pt x="13995" y="366693"/>
                  <a:pt x="25192" y="243529"/>
                  <a:pt x="5598" y="125963"/>
                </a:cubicBezTo>
                <a:cubicBezTo>
                  <a:pt x="0" y="103569"/>
                  <a:pt x="22393" y="83975"/>
                  <a:pt x="44786" y="86774"/>
                </a:cubicBezTo>
                <a:moveTo>
                  <a:pt x="240729" y="643812"/>
                </a:moveTo>
                <a:cubicBezTo>
                  <a:pt x="257524" y="607422"/>
                  <a:pt x="268721" y="565435"/>
                  <a:pt x="268721" y="526246"/>
                </a:cubicBezTo>
                <a:moveTo>
                  <a:pt x="389086" y="643812"/>
                </a:moveTo>
                <a:cubicBezTo>
                  <a:pt x="383488" y="604623"/>
                  <a:pt x="361094" y="565435"/>
                  <a:pt x="358295" y="526246"/>
                </a:cubicBezTo>
                <a:moveTo>
                  <a:pt x="123164" y="95172"/>
                </a:moveTo>
                <a:cubicBezTo>
                  <a:pt x="117565" y="142758"/>
                  <a:pt x="153955" y="184746"/>
                  <a:pt x="193143" y="181946"/>
                </a:cubicBezTo>
                <a:cubicBezTo>
                  <a:pt x="229533" y="179147"/>
                  <a:pt x="243528" y="139959"/>
                  <a:pt x="263123" y="95172"/>
                </a:cubicBezTo>
                <a:cubicBezTo>
                  <a:pt x="279918" y="50385"/>
                  <a:pt x="229533" y="0"/>
                  <a:pt x="193143" y="5598"/>
                </a:cubicBezTo>
                <a:cubicBezTo>
                  <a:pt x="153955" y="11196"/>
                  <a:pt x="137159" y="47586"/>
                  <a:pt x="123164" y="95172"/>
                </a:cubicBezTo>
                <a:moveTo>
                  <a:pt x="193143" y="181946"/>
                </a:moveTo>
                <a:cubicBezTo>
                  <a:pt x="193143" y="235131"/>
                  <a:pt x="193143" y="285516"/>
                  <a:pt x="193143" y="335902"/>
                </a:cubicBezTo>
                <a:moveTo>
                  <a:pt x="422676" y="5598"/>
                </a:moveTo>
                <a:cubicBezTo>
                  <a:pt x="414279" y="114766"/>
                  <a:pt x="442271" y="226733"/>
                  <a:pt x="422676" y="335902"/>
                </a:cubicBezTo>
                <a:moveTo>
                  <a:pt x="347098" y="5598"/>
                </a:moveTo>
                <a:cubicBezTo>
                  <a:pt x="344299" y="47586"/>
                  <a:pt x="341500" y="89573"/>
                  <a:pt x="347098" y="128762"/>
                </a:cubicBezTo>
                <a:cubicBezTo>
                  <a:pt x="349897" y="159553"/>
                  <a:pt x="380688" y="179147"/>
                  <a:pt x="422676" y="181946"/>
                </a:cubicBezTo>
                <a:cubicBezTo>
                  <a:pt x="464664" y="184746"/>
                  <a:pt x="501053" y="159553"/>
                  <a:pt x="498254" y="128762"/>
                </a:cubicBezTo>
                <a:cubicBezTo>
                  <a:pt x="492656" y="89573"/>
                  <a:pt x="487058" y="44786"/>
                  <a:pt x="498254" y="5598"/>
                </a:cubicBezTo>
                <a:moveTo>
                  <a:pt x="2799" y="405881"/>
                </a:moveTo>
                <a:cubicBezTo>
                  <a:pt x="207139" y="380688"/>
                  <a:pt x="417078" y="389086"/>
                  <a:pt x="624217" y="405881"/>
                </a:cubicBezTo>
              </a:path>
            </a:pathLst>
          </a:custGeom>
          <a:noFill/>
          <a:ln w="1399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624493" y="4698897"/>
            <a:ext cx="579871" cy="655009"/>
          </a:xfrm>
          <a:custGeom>
            <a:avLst/>
            <a:gdLst/>
            <a:ahLst/>
            <a:cxnLst/>
            <a:rect l="0" t="0" r="0" b="0"/>
            <a:pathLst>
              <a:path w="579871" h="655009">
                <a:moveTo>
                  <a:pt x="81176" y="537443"/>
                </a:moveTo>
                <a:lnTo>
                  <a:pt x="81176" y="623938"/>
                </a:lnTo>
                <a:cubicBezTo>
                  <a:pt x="81054" y="631663"/>
                  <a:pt x="85421" y="638760"/>
                  <a:pt x="92373" y="642132"/>
                </a:cubicBezTo>
                <a:cubicBezTo>
                  <a:pt x="111735" y="651911"/>
                  <a:pt x="134592" y="651911"/>
                  <a:pt x="153955" y="642132"/>
                </a:cubicBezTo>
                <a:cubicBezTo>
                  <a:pt x="160906" y="638760"/>
                  <a:pt x="165273" y="631663"/>
                  <a:pt x="165151" y="623938"/>
                </a:cubicBezTo>
                <a:lnTo>
                  <a:pt x="165151" y="537443"/>
                </a:lnTo>
                <a:moveTo>
                  <a:pt x="417078" y="537443"/>
                </a:moveTo>
                <a:lnTo>
                  <a:pt x="417078" y="623938"/>
                </a:lnTo>
                <a:cubicBezTo>
                  <a:pt x="416956" y="631663"/>
                  <a:pt x="421323" y="638760"/>
                  <a:pt x="428275" y="642132"/>
                </a:cubicBezTo>
                <a:cubicBezTo>
                  <a:pt x="447637" y="651911"/>
                  <a:pt x="470494" y="651911"/>
                  <a:pt x="489857" y="642132"/>
                </a:cubicBezTo>
                <a:cubicBezTo>
                  <a:pt x="496808" y="638760"/>
                  <a:pt x="501175" y="631663"/>
                  <a:pt x="501053" y="623938"/>
                </a:cubicBezTo>
                <a:lnTo>
                  <a:pt x="501053" y="537443"/>
                </a:lnTo>
                <a:moveTo>
                  <a:pt x="165151" y="593426"/>
                </a:moveTo>
                <a:lnTo>
                  <a:pt x="417078" y="593426"/>
                </a:lnTo>
                <a:moveTo>
                  <a:pt x="459066" y="481459"/>
                </a:moveTo>
                <a:lnTo>
                  <a:pt x="459066" y="355496"/>
                </a:lnTo>
                <a:cubicBezTo>
                  <a:pt x="459066" y="347766"/>
                  <a:pt x="452799" y="341500"/>
                  <a:pt x="445070" y="341500"/>
                </a:cubicBezTo>
                <a:lnTo>
                  <a:pt x="291115" y="341500"/>
                </a:lnTo>
                <a:lnTo>
                  <a:pt x="291115" y="481459"/>
                </a:lnTo>
                <a:close/>
                <a:moveTo>
                  <a:pt x="459066" y="61582"/>
                </a:moveTo>
                <a:lnTo>
                  <a:pt x="123164" y="61582"/>
                </a:lnTo>
                <a:moveTo>
                  <a:pt x="459066" y="117565"/>
                </a:moveTo>
                <a:lnTo>
                  <a:pt x="123164" y="117565"/>
                </a:lnTo>
                <a:moveTo>
                  <a:pt x="543041" y="481459"/>
                </a:moveTo>
                <a:lnTo>
                  <a:pt x="543041" y="33590"/>
                </a:lnTo>
                <a:cubicBezTo>
                  <a:pt x="543041" y="18130"/>
                  <a:pt x="530509" y="5598"/>
                  <a:pt x="515049" y="5598"/>
                </a:cubicBezTo>
                <a:lnTo>
                  <a:pt x="67180" y="5598"/>
                </a:lnTo>
                <a:cubicBezTo>
                  <a:pt x="51720" y="5598"/>
                  <a:pt x="39188" y="18130"/>
                  <a:pt x="39188" y="33590"/>
                </a:cubicBezTo>
                <a:lnTo>
                  <a:pt x="39188" y="481459"/>
                </a:lnTo>
                <a:moveTo>
                  <a:pt x="375090" y="397484"/>
                </a:moveTo>
                <a:lnTo>
                  <a:pt x="375090" y="341500"/>
                </a:lnTo>
                <a:moveTo>
                  <a:pt x="291115" y="481459"/>
                </a:moveTo>
                <a:lnTo>
                  <a:pt x="291115" y="341500"/>
                </a:lnTo>
                <a:lnTo>
                  <a:pt x="137160" y="341500"/>
                </a:lnTo>
                <a:cubicBezTo>
                  <a:pt x="129430" y="341500"/>
                  <a:pt x="123164" y="347766"/>
                  <a:pt x="123164" y="355496"/>
                </a:cubicBezTo>
                <a:lnTo>
                  <a:pt x="123164" y="481459"/>
                </a:lnTo>
                <a:close/>
                <a:moveTo>
                  <a:pt x="207139" y="397484"/>
                </a:moveTo>
                <a:lnTo>
                  <a:pt x="207139" y="341500"/>
                </a:lnTo>
                <a:moveTo>
                  <a:pt x="375090" y="341500"/>
                </a:moveTo>
                <a:lnTo>
                  <a:pt x="375090" y="215537"/>
                </a:lnTo>
                <a:cubicBezTo>
                  <a:pt x="375090" y="207807"/>
                  <a:pt x="368824" y="201541"/>
                  <a:pt x="361094" y="201541"/>
                </a:cubicBezTo>
                <a:lnTo>
                  <a:pt x="221135" y="201541"/>
                </a:lnTo>
                <a:cubicBezTo>
                  <a:pt x="213405" y="201541"/>
                  <a:pt x="207139" y="207807"/>
                  <a:pt x="207139" y="215537"/>
                </a:cubicBezTo>
                <a:lnTo>
                  <a:pt x="207139" y="341500"/>
                </a:lnTo>
                <a:close/>
                <a:moveTo>
                  <a:pt x="291115" y="243528"/>
                </a:moveTo>
                <a:lnTo>
                  <a:pt x="291115" y="201541"/>
                </a:lnTo>
                <a:moveTo>
                  <a:pt x="567954" y="523447"/>
                </a:moveTo>
                <a:cubicBezTo>
                  <a:pt x="563211" y="532860"/>
                  <a:pt x="553582" y="538810"/>
                  <a:pt x="543041" y="538842"/>
                </a:cubicBezTo>
                <a:lnTo>
                  <a:pt x="39188" y="538842"/>
                </a:lnTo>
                <a:cubicBezTo>
                  <a:pt x="28648" y="538810"/>
                  <a:pt x="19019" y="532860"/>
                  <a:pt x="14275" y="523447"/>
                </a:cubicBezTo>
                <a:lnTo>
                  <a:pt x="3918" y="503013"/>
                </a:lnTo>
                <a:cubicBezTo>
                  <a:pt x="1518" y="498856"/>
                  <a:pt x="1518" y="493734"/>
                  <a:pt x="3918" y="489577"/>
                </a:cubicBezTo>
                <a:cubicBezTo>
                  <a:pt x="6382" y="485424"/>
                  <a:pt x="10847" y="482873"/>
                  <a:pt x="15675" y="482859"/>
                </a:cubicBezTo>
                <a:lnTo>
                  <a:pt x="565715" y="482859"/>
                </a:lnTo>
                <a:cubicBezTo>
                  <a:pt x="570543" y="482873"/>
                  <a:pt x="575008" y="485424"/>
                  <a:pt x="577471" y="489577"/>
                </a:cubicBezTo>
                <a:cubicBezTo>
                  <a:pt x="579871" y="493734"/>
                  <a:pt x="579871" y="498856"/>
                  <a:pt x="577471" y="503013"/>
                </a:cubicBezTo>
                <a:close/>
                <a:moveTo>
                  <a:pt x="165151" y="537443"/>
                </a:moveTo>
                <a:cubicBezTo>
                  <a:pt x="167951" y="565435"/>
                  <a:pt x="156754" y="596226"/>
                  <a:pt x="165151" y="624217"/>
                </a:cubicBezTo>
                <a:cubicBezTo>
                  <a:pt x="167951" y="632615"/>
                  <a:pt x="159553" y="638213"/>
                  <a:pt x="153955" y="641013"/>
                </a:cubicBezTo>
                <a:cubicBezTo>
                  <a:pt x="137160" y="655009"/>
                  <a:pt x="111967" y="652209"/>
                  <a:pt x="92373" y="641013"/>
                </a:cubicBezTo>
                <a:cubicBezTo>
                  <a:pt x="86774" y="638213"/>
                  <a:pt x="83975" y="632615"/>
                  <a:pt x="81176" y="624217"/>
                </a:cubicBezTo>
                <a:cubicBezTo>
                  <a:pt x="72778" y="596226"/>
                  <a:pt x="75577" y="565435"/>
                  <a:pt x="81176" y="537443"/>
                </a:cubicBezTo>
                <a:moveTo>
                  <a:pt x="501053" y="537443"/>
                </a:moveTo>
                <a:cubicBezTo>
                  <a:pt x="512250" y="565435"/>
                  <a:pt x="512250" y="596226"/>
                  <a:pt x="501053" y="624217"/>
                </a:cubicBezTo>
                <a:cubicBezTo>
                  <a:pt x="498254" y="629816"/>
                  <a:pt x="498254" y="638213"/>
                  <a:pt x="489857" y="641013"/>
                </a:cubicBezTo>
                <a:cubicBezTo>
                  <a:pt x="470262" y="649410"/>
                  <a:pt x="445070" y="655009"/>
                  <a:pt x="428275" y="641013"/>
                </a:cubicBezTo>
                <a:cubicBezTo>
                  <a:pt x="422676" y="638213"/>
                  <a:pt x="417078" y="632615"/>
                  <a:pt x="417078" y="624217"/>
                </a:cubicBezTo>
                <a:cubicBezTo>
                  <a:pt x="414279" y="596226"/>
                  <a:pt x="419877" y="565435"/>
                  <a:pt x="417078" y="537443"/>
                </a:cubicBezTo>
                <a:moveTo>
                  <a:pt x="417078" y="593426"/>
                </a:moveTo>
                <a:cubicBezTo>
                  <a:pt x="333102" y="590627"/>
                  <a:pt x="246328" y="576631"/>
                  <a:pt x="165151" y="593426"/>
                </a:cubicBezTo>
                <a:moveTo>
                  <a:pt x="459066" y="481459"/>
                </a:moveTo>
                <a:cubicBezTo>
                  <a:pt x="403082" y="470262"/>
                  <a:pt x="347098" y="489857"/>
                  <a:pt x="291115" y="481459"/>
                </a:cubicBezTo>
                <a:cubicBezTo>
                  <a:pt x="293914" y="433873"/>
                  <a:pt x="288315" y="389086"/>
                  <a:pt x="291115" y="341500"/>
                </a:cubicBezTo>
                <a:cubicBezTo>
                  <a:pt x="338701" y="324705"/>
                  <a:pt x="394684" y="341500"/>
                  <a:pt x="445070" y="341500"/>
                </a:cubicBezTo>
                <a:cubicBezTo>
                  <a:pt x="453467" y="341500"/>
                  <a:pt x="461865" y="347098"/>
                  <a:pt x="459066" y="355496"/>
                </a:cubicBezTo>
                <a:cubicBezTo>
                  <a:pt x="445070" y="394684"/>
                  <a:pt x="464664" y="439471"/>
                  <a:pt x="459066" y="481459"/>
                </a:cubicBezTo>
                <a:moveTo>
                  <a:pt x="459066" y="61582"/>
                </a:moveTo>
                <a:cubicBezTo>
                  <a:pt x="352697" y="97971"/>
                  <a:pt x="232332" y="81176"/>
                  <a:pt x="123164" y="61582"/>
                </a:cubicBezTo>
                <a:moveTo>
                  <a:pt x="459066" y="117565"/>
                </a:moveTo>
                <a:cubicBezTo>
                  <a:pt x="347098" y="134360"/>
                  <a:pt x="232332" y="139959"/>
                  <a:pt x="123164" y="117565"/>
                </a:cubicBezTo>
                <a:moveTo>
                  <a:pt x="39188" y="481459"/>
                </a:moveTo>
                <a:cubicBezTo>
                  <a:pt x="50385" y="333102"/>
                  <a:pt x="47586" y="181946"/>
                  <a:pt x="39188" y="33590"/>
                </a:cubicBezTo>
                <a:cubicBezTo>
                  <a:pt x="39188" y="16795"/>
                  <a:pt x="53184" y="0"/>
                  <a:pt x="67180" y="5598"/>
                </a:cubicBezTo>
                <a:cubicBezTo>
                  <a:pt x="204340" y="61582"/>
                  <a:pt x="366693" y="22393"/>
                  <a:pt x="515049" y="5598"/>
                </a:cubicBezTo>
                <a:cubicBezTo>
                  <a:pt x="529045" y="2799"/>
                  <a:pt x="545840" y="19594"/>
                  <a:pt x="543041" y="33590"/>
                </a:cubicBezTo>
                <a:cubicBezTo>
                  <a:pt x="509451" y="179147"/>
                  <a:pt x="543041" y="333102"/>
                  <a:pt x="543041" y="481459"/>
                </a:cubicBezTo>
                <a:moveTo>
                  <a:pt x="375090" y="341500"/>
                </a:moveTo>
                <a:cubicBezTo>
                  <a:pt x="377889" y="361094"/>
                  <a:pt x="369492" y="380688"/>
                  <a:pt x="375090" y="397484"/>
                </a:cubicBezTo>
                <a:moveTo>
                  <a:pt x="291115" y="481459"/>
                </a:moveTo>
                <a:cubicBezTo>
                  <a:pt x="235131" y="478660"/>
                  <a:pt x="176348" y="498254"/>
                  <a:pt x="123164" y="481459"/>
                </a:cubicBezTo>
                <a:cubicBezTo>
                  <a:pt x="128762" y="439471"/>
                  <a:pt x="109168" y="394684"/>
                  <a:pt x="123164" y="355496"/>
                </a:cubicBezTo>
                <a:cubicBezTo>
                  <a:pt x="125963" y="347098"/>
                  <a:pt x="128762" y="341500"/>
                  <a:pt x="137160" y="341500"/>
                </a:cubicBezTo>
                <a:cubicBezTo>
                  <a:pt x="187545" y="349897"/>
                  <a:pt x="240729" y="333102"/>
                  <a:pt x="291115" y="341500"/>
                </a:cubicBezTo>
                <a:cubicBezTo>
                  <a:pt x="307910" y="386287"/>
                  <a:pt x="291115" y="433873"/>
                  <a:pt x="291115" y="481459"/>
                </a:cubicBezTo>
                <a:moveTo>
                  <a:pt x="207139" y="341500"/>
                </a:moveTo>
                <a:cubicBezTo>
                  <a:pt x="209938" y="361094"/>
                  <a:pt x="201541" y="380688"/>
                  <a:pt x="207139" y="397484"/>
                </a:cubicBezTo>
                <a:moveTo>
                  <a:pt x="375090" y="341500"/>
                </a:moveTo>
                <a:cubicBezTo>
                  <a:pt x="319106" y="349897"/>
                  <a:pt x="263123" y="333102"/>
                  <a:pt x="207139" y="341500"/>
                </a:cubicBezTo>
                <a:cubicBezTo>
                  <a:pt x="201541" y="299512"/>
                  <a:pt x="190344" y="254725"/>
                  <a:pt x="207139" y="215537"/>
                </a:cubicBezTo>
                <a:cubicBezTo>
                  <a:pt x="209938" y="207139"/>
                  <a:pt x="212737" y="204340"/>
                  <a:pt x="221135" y="201541"/>
                </a:cubicBezTo>
                <a:cubicBezTo>
                  <a:pt x="265922" y="190344"/>
                  <a:pt x="316307" y="193143"/>
                  <a:pt x="361094" y="201541"/>
                </a:cubicBezTo>
                <a:cubicBezTo>
                  <a:pt x="369492" y="201541"/>
                  <a:pt x="372291" y="207139"/>
                  <a:pt x="375090" y="215537"/>
                </a:cubicBezTo>
                <a:cubicBezTo>
                  <a:pt x="389086" y="254725"/>
                  <a:pt x="361094" y="302311"/>
                  <a:pt x="375090" y="341500"/>
                </a:cubicBezTo>
                <a:moveTo>
                  <a:pt x="291115" y="201541"/>
                </a:moveTo>
                <a:cubicBezTo>
                  <a:pt x="285516" y="215537"/>
                  <a:pt x="296713" y="229533"/>
                  <a:pt x="291115" y="243528"/>
                </a:cubicBezTo>
                <a:moveTo>
                  <a:pt x="568234" y="523447"/>
                </a:moveTo>
                <a:cubicBezTo>
                  <a:pt x="559836" y="531844"/>
                  <a:pt x="554238" y="534644"/>
                  <a:pt x="543041" y="540242"/>
                </a:cubicBezTo>
                <a:cubicBezTo>
                  <a:pt x="386287" y="601824"/>
                  <a:pt x="207139" y="526246"/>
                  <a:pt x="39188" y="540242"/>
                </a:cubicBezTo>
                <a:cubicBezTo>
                  <a:pt x="27991" y="540242"/>
                  <a:pt x="13995" y="534644"/>
                  <a:pt x="13995" y="523447"/>
                </a:cubicBezTo>
                <a:cubicBezTo>
                  <a:pt x="13995" y="515049"/>
                  <a:pt x="5598" y="509451"/>
                  <a:pt x="2799" y="503853"/>
                </a:cubicBezTo>
                <a:cubicBezTo>
                  <a:pt x="2799" y="498254"/>
                  <a:pt x="0" y="492656"/>
                  <a:pt x="2799" y="489857"/>
                </a:cubicBezTo>
                <a:cubicBezTo>
                  <a:pt x="5598" y="484258"/>
                  <a:pt x="11196" y="481459"/>
                  <a:pt x="16795" y="484258"/>
                </a:cubicBezTo>
                <a:cubicBezTo>
                  <a:pt x="190344" y="534644"/>
                  <a:pt x="386287" y="526246"/>
                  <a:pt x="565435" y="484258"/>
                </a:cubicBezTo>
                <a:cubicBezTo>
                  <a:pt x="571033" y="481459"/>
                  <a:pt x="576631" y="484258"/>
                  <a:pt x="576631" y="489857"/>
                </a:cubicBezTo>
                <a:cubicBezTo>
                  <a:pt x="579430" y="495455"/>
                  <a:pt x="579430" y="498254"/>
                  <a:pt x="576631" y="503853"/>
                </a:cubicBezTo>
                <a:cubicBezTo>
                  <a:pt x="573832" y="509451"/>
                  <a:pt x="568234" y="515049"/>
                  <a:pt x="568234" y="523447"/>
                </a:cubicBezTo>
              </a:path>
            </a:pathLst>
          </a:custGeom>
          <a:noFill/>
          <a:ln w="1399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